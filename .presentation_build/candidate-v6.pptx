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a3b7ff1af347e3" /><Relationship Type="http://schemas.openxmlformats.org/officeDocument/2006/relationships/extended-properties" Target="/docProps/app.xml" Id="R7f7147483f964f90" /><Relationship Type="http://schemas.openxmlformats.org/officeDocument/2006/relationships/officeDocument" Target="/ppt/presentation.xml" Id="Ref755a2d6d7f4f35" /></Relationships>
</file>

<file path=ppt/presentation.xml><?xml version="1.0" encoding="utf-8"?>
<p:presentation xmlns:p="http://schemas.openxmlformats.org/presentationml/2006/main">
  <p:sldMasterIdLst>
    <p:sldMasterId xmlns:r="http://schemas.openxmlformats.org/officeDocument/2006/relationships" id="2147483648" r:id="R33970661bf644fdc"/>
  </p:sldMasterIdLst>
  <p:notesMasterIdLst>
    <p:notesMasterId xmlns:r="http://schemas.openxmlformats.org/officeDocument/2006/relationships" r:id="Rd55ea989e31446fc"/>
  </p:notesMasterIdLst>
  <p:sldIdLst>
    <p:sldId xmlns:r="http://schemas.openxmlformats.org/officeDocument/2006/relationships" id="256" r:id="R3ff1904a6dbb468c"/>
    <p:sldId xmlns:r="http://schemas.openxmlformats.org/officeDocument/2006/relationships" id="257" r:id="R2944d2278c9d4e7c"/>
    <p:sldId xmlns:r="http://schemas.openxmlformats.org/officeDocument/2006/relationships" id="258" r:id="Rd185c3a8f20d42a2"/>
    <p:sldId xmlns:r="http://schemas.openxmlformats.org/officeDocument/2006/relationships" id="259" r:id="Rfee82b74ec514679"/>
    <p:sldId xmlns:r="http://schemas.openxmlformats.org/officeDocument/2006/relationships" id="260" r:id="R3f0c968c3c684652"/>
    <p:sldId xmlns:r="http://schemas.openxmlformats.org/officeDocument/2006/relationships" id="261" r:id="R60847bc3428541b6"/>
    <p:sldId xmlns:r="http://schemas.openxmlformats.org/officeDocument/2006/relationships" id="262" r:id="R47bed84d9d9f4c97"/>
    <p:sldId xmlns:r="http://schemas.openxmlformats.org/officeDocument/2006/relationships" id="263" r:id="R6d9223cbe95d4b33"/>
    <p:sldId xmlns:r="http://schemas.openxmlformats.org/officeDocument/2006/relationships" id="264" r:id="Rcf6f7cfbb04f45dc"/>
    <p:sldId xmlns:r="http://schemas.openxmlformats.org/officeDocument/2006/relationships" id="265" r:id="R2855746e9d2440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28c3fb3b8b4115" /><Relationship Type="http://schemas.openxmlformats.org/officeDocument/2006/relationships/slideMaster" Target="/ppt/slideMasters/slideMaster1.xml" Id="R33970661bf644fdc" /><Relationship Type="http://schemas.openxmlformats.org/officeDocument/2006/relationships/notesMaster" Target="/ppt/notesMasters/notesMaster1.xml" Id="Rd55ea989e31446fc" /><Relationship Type="http://schemas.openxmlformats.org/officeDocument/2006/relationships/presProps" Target="/ppt/presProps.xml" Id="R0c36a2c984a24889" /><Relationship Type="http://schemas.openxmlformats.org/officeDocument/2006/relationships/tableStyles" Target="/ppt/tableStyles.xml" Id="R475dd17d739f458e" /><Relationship Type="http://schemas.openxmlformats.org/officeDocument/2006/relationships/slide" Target="/ppt/slides/slide1.xml" Id="R3ff1904a6dbb468c" /><Relationship Type="http://schemas.openxmlformats.org/officeDocument/2006/relationships/slide" Target="/ppt/slides/slide2.xml" Id="R2944d2278c9d4e7c" /><Relationship Type="http://schemas.openxmlformats.org/officeDocument/2006/relationships/slide" Target="/ppt/slides/slide3.xml" Id="Rd185c3a8f20d42a2" /><Relationship Type="http://schemas.openxmlformats.org/officeDocument/2006/relationships/slide" Target="/ppt/slides/slide4.xml" Id="Rfee82b74ec514679" /><Relationship Type="http://schemas.openxmlformats.org/officeDocument/2006/relationships/slide" Target="/ppt/slides/slide5.xml" Id="R3f0c968c3c684652" /><Relationship Type="http://schemas.openxmlformats.org/officeDocument/2006/relationships/slide" Target="/ppt/slides/slide6.xml" Id="R60847bc3428541b6" /><Relationship Type="http://schemas.openxmlformats.org/officeDocument/2006/relationships/slide" Target="/ppt/slides/slide7.xml" Id="R47bed84d9d9f4c97" /><Relationship Type="http://schemas.openxmlformats.org/officeDocument/2006/relationships/slide" Target="/ppt/slides/slide8.xml" Id="R6d9223cbe95d4b33" /><Relationship Type="http://schemas.openxmlformats.org/officeDocument/2006/relationships/slide" Target="/ppt/slides/slide9.xml" Id="Rcf6f7cfbb04f45dc" /><Relationship Type="http://schemas.openxmlformats.org/officeDocument/2006/relationships/slide" Target="/ppt/slides/slide10.xml" Id="R2855746e9d2440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756792a3794b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6a684a5b76461d" /><Relationship Type="http://schemas.openxmlformats.org/officeDocument/2006/relationships/notesMaster" Target="/ppt/notesMasters/notesMaster1.xml" Id="R3dd949e7e2d146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e331b6d8da4bf9" /><Relationship Type="http://schemas.openxmlformats.org/officeDocument/2006/relationships/notesMaster" Target="/ppt/notesMasters/notesMaster1.xml" Id="Rf4cc9d6445134c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25714db8aa4683" /><Relationship Type="http://schemas.openxmlformats.org/officeDocument/2006/relationships/notesMaster" Target="/ppt/notesMasters/notesMaster1.xml" Id="R629cbfd5e7da47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62401bded04709" /><Relationship Type="http://schemas.openxmlformats.org/officeDocument/2006/relationships/notesMaster" Target="/ppt/notesMasters/notesMaster1.xml" Id="Rc3043672c5f049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643c264e654443" /><Relationship Type="http://schemas.openxmlformats.org/officeDocument/2006/relationships/notesMaster" Target="/ppt/notesMasters/notesMaster1.xml" Id="R39a9e8b2905940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43dda334314e35" /><Relationship Type="http://schemas.openxmlformats.org/officeDocument/2006/relationships/notesMaster" Target="/ppt/notesMasters/notesMaster1.xml" Id="R6e6c558aa00845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217abfb8e8405b" /><Relationship Type="http://schemas.openxmlformats.org/officeDocument/2006/relationships/notesMaster" Target="/ppt/notesMasters/notesMaster1.xml" Id="Rd0647b2f8b1149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99700982e24866" /><Relationship Type="http://schemas.openxmlformats.org/officeDocument/2006/relationships/notesMaster" Target="/ppt/notesMasters/notesMaster1.xml" Id="Rc0495ec64abf4a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1c5cd3bc3f4007" /><Relationship Type="http://schemas.openxmlformats.org/officeDocument/2006/relationships/notesMaster" Target="/ppt/notesMasters/notesMaster1.xml" Id="Red5fbab917374a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2c4247b6cf44fc" /><Relationship Type="http://schemas.openxmlformats.org/officeDocument/2006/relationships/notesMaster" Target="/ppt/notesMasters/notesMaster1.xml" Id="R1f898821c70842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supplied by the user: “Layer-Contrastive Decoding with Epistemic Uncertainty and Self-Consistency for Small Language Models.” The technical subtitle identifies the implemented TinyLlama reliability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257977d9224a9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4af360911c24a1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8a42fa4faab47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5d93cc3a481416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e449ce09af4ee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aeb1acdfdd4e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50AB00-43E8-4CD5-994C-797ED7756A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EEA39F-9E0F-42AF-B127-7AA1CC66A0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D24D0-F269-4980-AE42-F2FC7105C1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63D9C6-DA25-4EEB-A3E2-715B47574B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1D4B65-AB2D-4BAB-BEDA-BEEE052EFCE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54C0D9-AE06-435B-86D6-178D245441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1805A5-E8C0-4097-938F-9656A3A3FA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D0EFD30-68A7-4974-8DD7-37BCCA1A79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6109F5-2103-4DA8-8742-0253AC84BF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DFE401-5643-4EE1-9C50-41539456D9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f875aa77b604c38" /><Relationship Type="http://schemas.openxmlformats.org/officeDocument/2006/relationships/slideLayout" Target="/ppt/slideLayouts/slideLayout1.xml" Id="Ra2a5e5396a724b85" /><Relationship Type="http://schemas.openxmlformats.org/officeDocument/2006/relationships/slideLayout" Target="/ppt/slideLayouts/slideLayout2.xml" Id="Ra8fb625da48d4a49" /><Relationship Type="http://schemas.openxmlformats.org/officeDocument/2006/relationships/slideLayout" Target="/ppt/slideLayouts/slideLayout3.xml" Id="Rd5c6c58073884a73" /><Relationship Type="http://schemas.openxmlformats.org/officeDocument/2006/relationships/slideLayout" Target="/ppt/slideLayouts/slideLayout4.xml" Id="Rb6b9f07f8a0b4f1c" /><Relationship Type="http://schemas.openxmlformats.org/officeDocument/2006/relationships/slideLayout" Target="/ppt/slideLayouts/slideLayout5.xml" Id="R1886f8515c2642d1" /><Relationship Type="http://schemas.openxmlformats.org/officeDocument/2006/relationships/slideLayout" Target="/ppt/slideLayouts/slideLayout6.xml" Id="Rbe049e99886a43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a5e5396a724b85"/>
    <p:sldLayoutId xmlns:r="http://schemas.openxmlformats.org/officeDocument/2006/relationships" id="2147483650" r:id="Ra8fb625da48d4a49"/>
    <p:sldLayoutId xmlns:r="http://schemas.openxmlformats.org/officeDocument/2006/relationships" id="2147483651" r:id="Rd5c6c58073884a73"/>
    <p:sldLayoutId xmlns:r="http://schemas.openxmlformats.org/officeDocument/2006/relationships" id="2147483652" r:id="Rb6b9f07f8a0b4f1c"/>
    <p:sldLayoutId xmlns:r="http://schemas.openxmlformats.org/officeDocument/2006/relationships" id="2147483653" r:id="R1886f8515c2642d1"/>
    <p:sldLayoutId xmlns:r="http://schemas.openxmlformats.org/officeDocument/2006/relationships" id="2147483654" r:id="Rbe049e99886a43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2ddc91ff10401b" /><Relationship Type="http://schemas.openxmlformats.org/officeDocument/2006/relationships/notesSlide" Target="/ppt/notesSlides/notesSlide1.xml" Id="R2a851a2862e44b0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b9502e7e56405c" /><Relationship Type="http://schemas.openxmlformats.org/officeDocument/2006/relationships/notesSlide" Target="/ppt/notesSlides/notesSlide2.xml" Id="R6696023edc6f4b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6d39ae5509457d" /><Relationship Type="http://schemas.openxmlformats.org/officeDocument/2006/relationships/notesSlide" Target="/ppt/notesSlides/notesSlide3.xml" Id="R0dc4d1df31b649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6cac40afd34c21" /><Relationship Type="http://schemas.openxmlformats.org/officeDocument/2006/relationships/notesSlide" Target="/ppt/notesSlides/notesSlide4.xml" Id="R11d2a975119c4e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dbbbd8b58241f4" /><Relationship Type="http://schemas.openxmlformats.org/officeDocument/2006/relationships/notesSlide" Target="/ppt/notesSlides/notesSlide5.xml" Id="Rf5e2c118357c42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8d500a408346e1" /><Relationship Type="http://schemas.openxmlformats.org/officeDocument/2006/relationships/notesSlide" Target="/ppt/notesSlides/notesSlide6.xml" Id="R89378d2ba9a84c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b58d44fbd4e4dc5" /><Relationship Type="http://schemas.openxmlformats.org/officeDocument/2006/relationships/notesSlide" Target="/ppt/notesSlides/notesSlide7.xml" Id="Rf715a058c17c47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81f4c4044f40f7" /><Relationship Type="http://schemas.openxmlformats.org/officeDocument/2006/relationships/notesSlide" Target="/ppt/notesSlides/notesSlide8.xml" Id="Rb9f77c9d6f2d4c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2364c3e2fdc40d3" /><Relationship Type="http://schemas.openxmlformats.org/officeDocument/2006/relationships/notesSlide" Target="/ppt/notesSlides/notesSlide9.xml" Id="R201e0c4bc6c14f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3cee4d5e9d74827" /><Relationship Type="http://schemas.openxmlformats.org/officeDocument/2006/relationships/notesSlide" Target="/ppt/notesSlides/notesSlide10.xml" Id="Ra8f819f6059542e3"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CD00B971-03B0-42A4-B1D6-4DEAA3160B0A}"/>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D5BA50-BB63-4503-94B3-92A1D7D08B78}"/>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9AF692D-0309-4E81-BBF9-362B7E3E6125}"/>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703CD41-15F5-4076-8CE5-6FC029A7F28A}"/>
              </a:ext>
            </a:extLst>
          </p:cNvPr>
          <p:cNvSpPr>
            <a:spLocks xmlns:a="http://schemas.openxmlformats.org/drawingml/2006/main" noGrp="1"/>
          </p:cNvSpPr>
          <p:nvPr/>
        </p:nvSpPr>
        <p:spPr>
          <a:xfrm xmlns:a="http://schemas.openxmlformats.org/drawingml/2006/main">
            <a:off x="609600" y="742950"/>
            <a:ext cx="62865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FFFFFF"/>
                </a:solidFill>
                <a:latin typeface="Helvetica Neue"/>
                <a:ea typeface="Helvetica Neue"/>
                <a:cs typeface="Helvetica Neue"/>
              </a:defRPr>
            </a:defPPr>
          </a:lstStyle>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Layer-Contrastive Decoding</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with Epistemic Uncertainty</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and Self-Consistency for</a:t>
            </a:r>
          </a:p>
          <a:p xmlns:a="http://schemas.openxmlformats.org/drawingml/2006/main">
            <a:pPr algn="l">
              <a:lnSpc>
                <a:spcPct val="9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Small Language Models</a:t>
            </a:r>
          </a:p>
        </p:txBody>
      </p:sp>
      <p:sp>
        <p:nvSpPr>
          <p:cNvPr id="5" name="">
            <a:extLst xmlns:a="http://schemas.openxmlformats.org/drawingml/2006/main">
              <a:ext uri="{FF2B5EF4-FFF2-40B4-BE49-F238E27FC236}">
                <a16:creationId xmlns:a16="http://schemas.microsoft.com/office/drawing/2014/main" id="{31A93E18-4173-41FC-9EC5-5AC6E2CECDF8}"/>
              </a:ext>
            </a:extLst>
          </p:cNvPr>
          <p:cNvSpPr>
            <a:spLocks xmlns:a="http://schemas.openxmlformats.org/drawingml/2006/main" noGrp="1"/>
          </p:cNvSpPr>
          <p:nvPr/>
        </p:nvSpPr>
        <p:spPr>
          <a:xfrm xmlns:a="http://schemas.openxmlformats.org/drawingml/2006/main">
            <a:off x="628650" y="2343150"/>
            <a:ext cx="600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B9D8F0"/>
                </a:solidFill>
                <a:latin typeface="Helvetica Neue"/>
                <a:ea typeface="Helvetica Neue"/>
                <a:cs typeface="Helvetica Neue"/>
              </a:defRPr>
            </a:defPPr>
          </a:lstStyle>
          <a:p xmlns:a="http://schemas.openxmlformats.org/drawingml/2006/main">
            <a:pPr algn="l">
              <a:lnSpc>
                <a:spcPct val="105000"/>
              </a:lnSpc>
              <a:buNone/>
              <a:defRPr sz="1500" b="0">
                <a:solidFill>
                  <a:srgbClr val="B9D8F0"/>
                </a:solidFill>
                <a:latin typeface="Helvetica Neue"/>
                <a:ea typeface="Helvetica Neue"/>
                <a:cs typeface="Helvetica Neue"/>
              </a:defRPr>
            </a:pPr>
            <a:r>
              <a:rPr sz="1500" b="0">
                <a:solidFill>
                  <a:srgbClr val="B9D8F0"/>
                </a:solidFill>
                <a:latin typeface="Helvetica Neue"/>
                <a:ea typeface="Helvetica Neue"/>
                <a:cs typeface="Helvetica Neue"/>
              </a:rPr>
              <a:t>TinyLlama reliability pipeline</a:t>
            </a:r>
          </a:p>
        </p:txBody>
      </p:sp>
      <p:sp>
        <p:nvSpPr>
          <p:cNvPr id="6" name="">
            <a:extLst xmlns:a="http://schemas.openxmlformats.org/drawingml/2006/main">
              <a:ext uri="{FF2B5EF4-FFF2-40B4-BE49-F238E27FC236}">
                <a16:creationId xmlns:a16="http://schemas.microsoft.com/office/drawing/2014/main" id="{58F08F3C-4D75-4238-83A9-A5C275481329}"/>
              </a:ext>
            </a:extLst>
          </p:cNvPr>
          <p:cNvSpPr>
            <a:spLocks xmlns:a="http://schemas.openxmlformats.org/drawingml/2006/main" noGrp="1"/>
          </p:cNvSpPr>
          <p:nvPr/>
        </p:nvSpPr>
        <p:spPr>
          <a:xfrm xmlns:a="http://schemas.openxmlformats.org/drawingml/2006/main">
            <a:off x="628650" y="2867025"/>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767A66CD-AB20-4F9C-A0C1-C36D7923A650}"/>
              </a:ext>
            </a:extLst>
          </p:cNvPr>
          <p:cNvSpPr>
            <a:spLocks xmlns:a="http://schemas.openxmlformats.org/drawingml/2006/main" noGrp="1"/>
          </p:cNvSpPr>
          <p:nvPr/>
        </p:nvSpPr>
        <p:spPr>
          <a:xfrm xmlns:a="http://schemas.openxmlformats.org/drawingml/2006/main" flipV="0">
            <a:off x="628650" y="32956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91CFDD41-9734-4CDC-952E-244E74D01B50}"/>
              </a:ext>
            </a:extLst>
          </p:cNvPr>
          <p:cNvSpPr>
            <a:spLocks xmlns:a="http://schemas.openxmlformats.org/drawingml/2006/main" noGrp="1"/>
          </p:cNvSpPr>
          <p:nvPr/>
        </p:nvSpPr>
        <p:spPr>
          <a:xfrm xmlns:a="http://schemas.openxmlformats.org/drawingml/2006/main">
            <a:off x="628650" y="349567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A711C4EB-4B9E-41FE-8EA3-10BCDA29E8CB}"/>
              </a:ext>
            </a:extLst>
          </p:cNvPr>
          <p:cNvSpPr>
            <a:spLocks xmlns:a="http://schemas.openxmlformats.org/drawingml/2006/main" noGrp="1"/>
          </p:cNvSpPr>
          <p:nvPr/>
        </p:nvSpPr>
        <p:spPr>
          <a:xfrm xmlns:a="http://schemas.openxmlformats.org/drawingml/2006/main">
            <a:off x="628650" y="3781425"/>
            <a:ext cx="60769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Helvetica Neue"/>
                <a:ea typeface="Helvetica Neue"/>
                <a:cs typeface="Helvetica Neue"/>
              </a:defRPr>
            </a:defPPr>
          </a:lstStyle>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Ganesh Kumar Reddy  ·  23BCE8969</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B. Sai Susmitha  ·  23BCE9884</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P. Dhanush Datta  ·  23BCE9258</a:t>
            </a:r>
          </a:p>
          <a:p xmlns:a="http://schemas.openxmlformats.org/drawingml/2006/main">
            <a:pPr algn="l">
              <a:lnSpc>
                <a:spcPct val="108000"/>
              </a:lnSpc>
              <a:buNone/>
              <a:defRPr sz="1200" b="0">
                <a:solidFill>
                  <a:srgbClr val="FFFFFF"/>
                </a:solidFill>
                <a:latin typeface="Helvetica Neue"/>
                <a:ea typeface="Helvetica Neue"/>
                <a:cs typeface="Helvetica Neue"/>
              </a:defRPr>
            </a:pPr>
            <a:r>
              <a:rPr sz="1200"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FDE72E48-7F78-4E3C-ABC5-BDB2BF334E3A}"/>
              </a:ext>
            </a:extLst>
          </p:cNvPr>
          <p:cNvSpPr>
            <a:spLocks xmlns:a="http://schemas.openxmlformats.org/drawingml/2006/main" noGrp="1"/>
          </p:cNvSpPr>
          <p:nvPr/>
        </p:nvSpPr>
        <p:spPr>
          <a:xfrm xmlns:a="http://schemas.openxmlformats.org/drawingml/2006/main">
            <a:off x="628650" y="5191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97A2062B-C5D6-45E5-B4CA-3BB10BA404F9}"/>
              </a:ext>
            </a:extLst>
          </p:cNvPr>
          <p:cNvSpPr>
            <a:spLocks xmlns:a="http://schemas.openxmlformats.org/drawingml/2006/main" noGrp="1"/>
          </p:cNvSpPr>
          <p:nvPr/>
        </p:nvSpPr>
        <p:spPr>
          <a:xfrm xmlns:a="http://schemas.openxmlformats.org/drawingml/2006/main">
            <a:off x="628650" y="5457825"/>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DD13C8F9-081A-4F51-9733-B0A4689F478B}"/>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86525BC8-A338-4594-9EEE-A5EBB33AFED8}"/>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4EA3FC12-E1D4-43EA-8EE6-5B6E00034FEB}"/>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896F7C71-947E-42F5-846A-41858DC030E7}"/>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BC05E30F-B84E-481D-97DB-BFED32704145}"/>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1239A7C5-A6C2-40A9-B40B-43E90FB6D17C}"/>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D3F60D90-6875-4785-AC35-BEFEBCEA8B8F}"/>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F35BCBE8-70F9-412F-8B73-94210E96B5A3}"/>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5213DFA0-9C55-41FF-8B73-BFCBF462483A}"/>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4408AF95-B5EE-4541-8B26-AB2A12DAEBCC}"/>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62F7F9A8-4B0D-4A40-99E7-91109955166C}"/>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A70E7875-D925-41F0-B5E3-F1760F6B9C49}"/>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E998D385-72EB-4DBE-B655-3042A89D799A}"/>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1C8FC316-DA3C-4D07-8AB9-BBDBB27CA638}"/>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AB6375CF-AC01-415C-AF0A-6BF26CDF1C18}"/>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8ED30A52-9CD0-49A0-9566-E1F8B1657BDA}"/>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F93D74C8-B0D1-4A22-97DF-A5CD0A6C8282}"/>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A04F1B4D-12DB-432D-B24D-590A7A9D6454}"/>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BD4C9C9B-28EA-415B-B809-0817AB61BE70}"/>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01A0E748-135D-4B42-AA02-2D9824523595}"/>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6A09A17E-97BB-452B-829D-63036DC126CC}"/>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AF55FDED-62D9-4E79-A18E-D55942C85405}"/>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C07FDD83-45EB-4E02-969B-0E6985F9B745}"/>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0DC4FBC6-88F1-439D-8647-0C08AB66D664}"/>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12345F38-E884-407D-BC90-306F9352138C}"/>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1E9284A3-0B29-4CFB-87E0-68CB21F7BC6B}"/>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437F2571-A6BF-4BBF-9812-27EEE31A3BB3}"/>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D7AEFAE1-C7C5-4C3E-9043-D7D361C39A4D}"/>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633C471E-BEE0-4FB2-9B56-2940A11991B3}"/>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B218940D-30A5-4F08-A0FC-CF64834E6196}"/>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D8DC31A0-5117-419D-89DA-501D13C20724}"/>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595C4060-C65D-464C-ADE5-27253F61B23B}"/>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9240E9FB-FEEE-4AE2-9851-FA010FFCBECD}"/>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C7986910-1963-4848-9E7F-C9107D74E5EE}"/>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DF9FF2AC-356A-4DD6-978C-8C3805223625}"/>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BA07000C-833C-4281-A3AC-8E3F7B514C06}"/>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9182DE17-34CB-40E3-AFAC-1752D488CA00}"/>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A4BB9092-0A42-4817-8A20-386E85B05CEC}"/>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9E21BA9F-F4C3-4B53-9949-A0A55F0E961D}"/>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9CAF2368-66ED-449B-9539-B1387EAE0A4C}"/>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344F4082-E5FB-499B-B942-13256C977E8B}"/>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0658468C-8EBF-4F97-B2E6-4A358F216700}"/>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78B402CF-2368-4EFD-89CE-438518683618}"/>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E7ECE480-42EC-412C-9544-C67BA4D7A8EE}"/>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BBA39EDE-C604-48D3-B75E-F9B644BC2C90}"/>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5B472BCF-415F-4CE4-BBC3-49B1989B0598}"/>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B4D6501F-C512-4BC7-AB39-293C50187E0C}"/>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BB766143-8C6B-46CF-8A9F-15616EFAD78C}"/>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27B8E388-3BAE-4AF8-82C8-D7973D00630A}"/>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5D50F4A1-AAFF-49E4-9A06-FE4FCDDC3470}"/>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ABD7B0E5-7D63-4539-8182-D0B8422B7143}"/>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Tree>
    <p:extLst>
      <p:ext uri="{BB962C8B-B14F-4D97-AF65-F5344CB8AC3E}">
        <p14:creationId xmlns:p14="http://schemas.microsoft.com/office/powerpoint/2010/main" val="303231769"/>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B863138-BAEC-4E6E-B8D9-D24929CC697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35A5BF9-0F11-4834-9451-8621898581B2}"/>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B25D203D-0FFA-49AA-A21B-B8C14F6324D0}"/>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22F32F75-E513-4AB1-A5F9-E6D990AADC5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859AA8C4-4112-483F-860A-3B356E767CF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D16DD61-412A-4F9C-BD42-BDE1E486D54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AF18B93A-EF8F-4AD1-AB78-4E4BCE19D549}"/>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068E3C44-1B20-48FA-9A79-D6A1FE0B93F3}"/>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4D63B83F-7014-4872-AE46-CE630DB402DD}"/>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827A31F5-5B19-4DC5-894E-45FEEAFBF84A}"/>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328579-212D-4108-8474-5BE527CE0B29}"/>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86B05EED-2CA2-4EE5-9257-571631B397D1}"/>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8108CB8C-066C-4A4E-8ED4-0A762D539257}"/>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11571DB4-AB52-4B92-98A1-800FC519F57C}"/>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40B3488-3291-4831-B800-69A5AEB6586F}"/>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7430E41F-0CB9-4115-8905-7CBFD37BF4AB}"/>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D1D6A5D0-AC29-49A2-9EB9-9BA9F909338E}"/>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8A0FBF44-3AB0-41F2-84DC-8822C03DC793}"/>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AE99813-CDA5-4B21-B046-A9C5F1AF38E0}"/>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60758FBC-8ECB-4F32-9576-DEF19E61C914}"/>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5A84BF84-D978-4D62-9B81-6F2CACACF6B6}"/>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6C20A8E2-CA0B-420B-96B4-5710F4EB411F}"/>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963B72A-72C6-4CFB-B337-E1D1DD572E2E}"/>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7F0BECAD-B303-4152-AFBF-6914B73B592F}"/>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FA79F54-5DF7-43DC-8EE0-ABB9F9B22EED}"/>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45BC0517-C895-483D-8FE8-789940B079BD}"/>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219FB886-4943-4FB6-83E4-007FD9DDA295}"/>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36589502"/>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EE96C5-6642-420D-BBBE-A67B2D2BE9E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6806BE-A89A-455E-895B-B234A2576C33}"/>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0399DB70-EBB7-4A6F-9CF9-E0A0CB31B63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BA770B03-249B-4E32-8F05-FB4920297BA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A9A87151-4E79-46B1-8A71-2DF51227381B}"/>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8A1630B0-23A9-4976-B528-0096F7B359E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C1162D67-B74C-4AE3-B752-348958A88B97}"/>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02BF3BB3-2B48-4C39-9AFF-9DB76072286C}"/>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AF2ACCB6-C0CF-4CAB-A74F-D444C4CCA821}"/>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44E9B733-728E-42F7-80A6-EE5D63FEA194}"/>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D2106765-28B8-41A7-A1B4-92A0AB3F8378}"/>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57CD9A31-5EFC-45B2-A9F0-FA1D5B89DC67}"/>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53765A2F-8A8C-41DA-BBC0-009FCD5E7502}"/>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2A085469-37ED-4318-8755-0876EF0F4ABD}"/>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2056EBB3-53CC-4C2E-9710-EA1FB0E82F34}"/>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5A881680-D1FB-4817-B56F-8687DF8BECDD}"/>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0C3AD5-3495-4AA1-BFB6-C90E186CC4B8}"/>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BF9EE134-61AB-4362-A7FE-46E9F8F2A763}"/>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F7BD589E-9C9A-4225-BD4D-659C23D62E22}"/>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6F976AAF-9586-48FB-8F51-517A2E4C5EA1}"/>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49066F-378E-4E41-969E-74DD3ACEA871}"/>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EA0A0875-B33A-45B1-8D3A-34A2499BEAFB}"/>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6722CD0F-C93F-4F69-A5BE-3FDB37413297}"/>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F595A5C1-2AC2-4A35-831B-6CBF308CD50D}"/>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A3E7167-0494-4614-8156-1231D6F49EDB}"/>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0FEAB34E-0759-49F5-977E-A858493EE68C}"/>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A24DD08A-1ACD-4E3F-93C5-DFC94663DFCE}"/>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2038469318"/>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2727503-B15E-4F3D-B429-A980E63BE4E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320D3D-3A49-46A8-A038-1F8EA9609AD6}"/>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596C3468-0D14-40BF-9D74-8978EF61D40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C7847019-1D12-468D-B22A-B3327848D0AD}"/>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4927CEDA-E022-4055-AFA6-64664C5D168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BCA9DA29-7A11-4FB3-9A4E-3B1C1A57501C}"/>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AB1346C8-88D3-4045-8C69-0CB57E05741B}"/>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655BBE6-52EB-4C65-A4CB-94A1B7C60A3F}"/>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E60D7D0D-6F3D-490E-8282-413121F6BD77}"/>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3841FDF2-2B7F-4026-9B49-B0434CA2DF75}"/>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AE49FE8B-0E2A-400E-96FD-9786F935ED6A}"/>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871C06B-85F9-4717-919C-2E5457EA4BC7}"/>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9FCBF59C-35E5-439F-9513-F7DF44528A74}"/>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9DFBE19A-5016-4B04-8A78-62916B3967D5}"/>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A860A73D-0FC0-4040-B6EE-B11189DF4623}"/>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CC3085F-D107-452B-8D5A-384396FF104E}"/>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99477333-E771-4938-AD37-597433BF2358}"/>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240625C7-61DF-42F4-8F1E-3BA2E1D50E21}"/>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A8FB8D57-F524-4308-81CC-D6E9B4A7275F}"/>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1E7EDD8-7996-4969-84BD-9C6E885AAD66}"/>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8C838FE3-6C19-41C5-8473-D06B8ADC5422}"/>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2966AD9A-09E7-40FB-A766-CF20A35E72BC}"/>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3575A331-D2EC-40D1-96E9-463250908922}"/>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78F2730-707F-41CA-B6D0-3F82ADB081BC}"/>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5B6D13EA-C5B8-4026-BFFA-7170F0868EF1}"/>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2C1BF216-4CED-4C31-A2D6-A8B2BC8CA3EA}"/>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9AEB6DE8-2283-4269-A1CD-CF34D5B1DEFB}"/>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3161CDE-0F2B-4772-9AD1-57FEF28B50C4}"/>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1425497417"/>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A43A1CA-58F5-4F4D-9602-9F9E6326100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A8C1FE-2CEB-448B-B3C5-63C60F5CFD40}"/>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BE1093CD-F955-4B0C-A2C9-1AC66E33951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BC88BEB8-5F99-4140-A4CA-6402B319EA3D}"/>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97DCFB1-3400-470E-9784-BD8DFAEC8F9F}"/>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21EEA6F-BD1E-43F3-B1FA-5CAB481A54AB}"/>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A07CD846-67BE-4FFE-B91C-5F72A73FF46D}"/>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1AEC74A8-D8A2-484C-82CE-0B31FA0D9A59}"/>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2E1AB0A-75D9-4B38-82C7-5C970D4BEAC5}"/>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EE23A63E-EC3C-44D6-8114-C6F536BE1603}"/>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00153B6B-79A5-4886-906B-D6506837310F}"/>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93E2E572-6412-4F20-8B4A-73962D7F1AEF}"/>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A10237C1-7CA1-4D11-8065-F7853855B2B6}"/>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B38D0291-CCCA-40F6-BAAE-450579D50FC1}"/>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9B1541-68EC-4541-B449-C2352F8618A1}"/>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435CF108-1904-42BD-9C33-3C211C59278D}"/>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7C7C3043-AECE-4BF1-BA25-F4CFA3132C9A}"/>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813DD92D-2D2F-4814-95EC-72CEE7EB4E25}"/>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D8986C07-40E2-40D1-B591-4567BF74218A}"/>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23E88657-DEB7-445E-8F7B-8990C68F1928}"/>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96A51DC-D7E5-4E69-97B9-4733DDC7AE29}"/>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7B036540-EECE-4B49-8F11-9C0C48E32627}"/>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903933B3-7355-4DB3-82C9-D29FBEEC641C}"/>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A35FE506-FCF3-464D-BA02-D3FFFFB5F3D2}"/>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39122131-3857-4766-B2BB-78862DB8BE55}"/>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402E3F9C-EF3A-4A78-A4D9-33A1169C53F9}"/>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DA4B934-DFE7-44A0-85D6-F496A71401C2}"/>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BDE8FA87-F223-4FF9-A60E-A0F69FAEEC31}"/>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A1644C22-6FBF-4423-BDA0-02D4792FDE38}"/>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47DE7CBB-0EAA-49A5-BA62-F0B85641BF3A}"/>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03FA6D67-99FB-40C8-9F5D-4E808FF0C4C3}"/>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D7609F26-1D95-4631-A6E9-98052456E247}"/>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FA26BF25-CC19-4BA5-9529-31D6E4C1F731}"/>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AA68716A-11C5-4A3C-8237-E825F7405E7D}"/>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213817289"/>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B82C52B0-0447-4950-A373-54DC8F3F74F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B59178D-E997-4B30-847A-280AE5853629}"/>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DE6F8C31-EF5F-4E14-9B3C-60407C80289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70A50149-52C8-4398-9DE5-A839B2415491}"/>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0133E277-9554-450B-A820-AABCF3FB3C45}"/>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CB049406-8527-4202-8E15-9456B3E5AB0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6585A5A2-9F34-4CEF-A7E7-2936DBDC043C}"/>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7B352CDF-96E2-4C83-9F4F-D1502B2A2A55}"/>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49E2BFC9-EEC2-4B5E-8FCB-688DD1B7619B}"/>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CD7133F-5EEE-4A99-9DA6-44DD6080702C}"/>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A713C83C-270B-4940-950C-4715381E2F8A}"/>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39665B88-9BBF-47F5-8889-F88917DCDC71}"/>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E206E7C9-F862-4FE8-91D0-28EF6EC76BE1}"/>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40BEFD3-69B4-4396-BA39-A6ECE437F27D}"/>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4CEE73DD-4F1B-496A-922A-293FBE121E27}"/>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FE7C8F51-EEBA-4B3B-A41C-9DF606EDE915}"/>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44CC1038-3656-4DEB-8381-0ADAB2FC684C}"/>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9114C3D-8060-482D-BC78-F30A1B9FD04D}"/>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6147C039-A38A-4702-964A-03536341AC01}"/>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3E40E1A5-E64F-4D03-8A60-163CAE5951BF}"/>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F406B0CE-4143-451C-A483-65677F19D392}"/>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A0C4600-E92E-478B-9CAB-9D016CBAC412}"/>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99B03728-2FBF-44DD-A1D4-D04BA224FB28}"/>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00B059BB-1C76-4865-93D1-F9BFAFD96369}"/>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B10386B0-5FA7-4E60-9816-6E078E298D05}"/>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C15A777-847A-44D8-B2BA-8087D482C175}"/>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70286838-18DE-4DDB-9FFE-888E2FBA5944}"/>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4ACB759-8D9B-459B-8C1E-638995359BFE}"/>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6677E3AA-68FB-4B00-8109-898A0826CA3D}"/>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7BB30C1-942B-45FF-A17A-D18C511B7C88}"/>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F3C63AFF-1CED-4C44-8271-0CAA4CDEBA97}"/>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00145A59-FB67-4AD0-A856-2B5AD577AA06}"/>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70FFF812-12BD-4881-8186-9D7D564F87DC}"/>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0DE5C67-8E8E-48D0-9A84-177B776CCCD3}"/>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FF0C238A-48CF-435E-9FB6-3A3D365227D9}"/>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E7FCF44A-69AE-4C13-8D0F-BA697337379F}"/>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67563CD5-0A58-4A24-989D-5932072786BD}"/>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B426588-17D1-4A0F-AED3-73E4DDC8B386}"/>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ECC1E946-DC20-491C-AD80-2558F441EBC2}"/>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9D1D0446-DC1E-401E-A46B-CBF1DE0DE797}"/>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235D9E73-CE2F-4DF6-82FB-0FDE9558E3AC}"/>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D087B39-E527-48B7-A233-A35EBBF369D5}"/>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E60C925D-F2BF-4E7E-A9E3-3802E74FD704}"/>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79FAB7E3-3EA6-479C-A52D-74729AC2B187}"/>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44A7AEC4-9C8A-42D9-B4BB-BA9D009E77CA}"/>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CAB6694-79C8-4B96-8BF5-581F95A14504}"/>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2C644339-ADE4-4E45-A5EB-EF2B7E8B4718}"/>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5F4EDBE6-7FB3-4AE6-95A6-85A581D99297}"/>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D2C4DF30-8C4B-4283-9D39-A48C95506613}"/>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8F9DB59A-4204-42C6-A21D-C1AF76623CA1}"/>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DE583F33-8879-44DB-984D-6058AD827FF0}"/>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95E8AF2A-CC22-4DE7-923D-332DBB313251}"/>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C3C00719-FC32-4F2C-9544-8B090F82B581}"/>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4E96AD2-EAC9-4D45-947E-40B8A5F41E38}"/>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92B934FF-B77A-4733-AB2C-1E206929F162}"/>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E73D0A63-15D3-490C-98CA-342040100706}"/>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145981864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1B78B9D-A86B-4007-B4FF-D861C3029010}"/>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789A62-5E15-466A-8E50-AFF1B3BC1784}"/>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71F9A18C-175A-46AE-8184-A49085D2779C}"/>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5D42AD8E-5AD5-4865-9AAE-1E8FF9BBBC1F}"/>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B543C50-9A22-4FB0-B59F-C507B7C17ACE}"/>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2D1712A-319E-4A00-A7D5-DF2D3A5A999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03870A3C-06E7-4277-BB1D-A0AFEB1D2B02}"/>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64219A8C-1272-490E-BB15-B3090A729AB5}"/>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CD22FE-33EC-4127-9AB7-7D225985DDE1}"/>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53956315-2609-4885-81CD-2D1F55C40780}"/>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19934190-A7CD-42C5-AAE3-7855B53DAAD4}"/>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0E4D2C-6B55-449D-8906-6F6649F72F69}"/>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B8034421-A3B1-444A-95F7-08BAB7F624B0}"/>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200B36B3-5120-471F-BCD5-E00E32F8F2A4}"/>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BAD21631-3209-45D1-8586-3F88E9A0830C}"/>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D5915D79-B942-4378-9EC3-307F48E249B2}"/>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1A8FFB0-AFBC-46A9-95F1-065526E229B0}"/>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123DD836-AE53-4FE0-AD98-F2A7CE2D0869}"/>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C2B8B0B-8D04-4A97-945F-95F22B2DEA91}"/>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AB6B49C-43EE-4E5E-897E-43A079E1A03E}"/>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637C5F52-9103-455A-83D0-9BABB9749B72}"/>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30D53E13-4A58-476D-8734-B5D417A9A7AC}"/>
              </a:ext>
            </a:extLst>
          </p:cNvPr>
          <p:cNvSpPr>
            <a:spLocks xmlns:a="http://schemas.openxmlformats.org/drawingml/2006/main" noGrp="1"/>
          </p:cNvSpPr>
          <p:nvPr/>
        </p:nvSpPr>
        <p:spPr>
          <a:xfrm xmlns:a="http://schemas.openxmlformats.org/drawingml/2006/main" flipV="0">
            <a:off x="4895850" y="3209925"/>
            <a:ext cx="0" cy="3905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1401149E-E69A-4D73-ACB7-2EBCE69DD202}"/>
              </a:ext>
            </a:extLst>
          </p:cNvPr>
          <p:cNvSpPr>
            <a:spLocks xmlns:a="http://schemas.openxmlformats.org/drawingml/2006/main" noGrp="1"/>
          </p:cNvSpPr>
          <p:nvPr/>
        </p:nvSpPr>
        <p:spPr>
          <a:xfrm xmlns:a="http://schemas.openxmlformats.org/drawingml/2006/main" rot="10800000">
            <a:off x="4838700" y="35528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662BDCD-FD93-4E28-90B0-75E9FD9EBD1C}"/>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26F5292B-51BA-4DD6-A41A-1C83503AA558}"/>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E66505C2-22F6-4430-9FB1-02B7CBF11217}"/>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E40F3A19-77E0-4108-8EB8-94FB8C1E8698}"/>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9C2C3F3-8EED-4156-BD5F-B778259337E6}"/>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3160CA77-A7C3-419D-9DC2-A60B4D7EF8FD}"/>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E961DA6B-3144-4293-B773-FBD9C12649AF}"/>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CA1CED30-EF7D-4B2E-B5C4-84A4FB2AE758}"/>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8D78F9C-94FE-42A6-8B9F-56313D8DCD1A}"/>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461BCF19-3DD9-4307-9F52-9422B4AC5C42}"/>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CC25962-393E-425C-AFDD-21EB94BDD111}"/>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5229E91C-AA63-4897-A83C-8318D78CFFAC}"/>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D1A43FD3-923E-4013-A0CC-7770D92FDEBB}"/>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9AC06F93-B656-45F0-8EE5-3257E34DE9DB}"/>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4900DBD-9FAD-485D-8653-5FB038225E14}"/>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2D7F3AD2-9329-421A-8B0A-3D459901D3BC}"/>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CEDA608A-34CD-4331-8DC1-89EB48C3DCDE}"/>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1" name="">
            <a:extLst xmlns:a="http://schemas.openxmlformats.org/drawingml/2006/main">
              <a:ext uri="{FF2B5EF4-FFF2-40B4-BE49-F238E27FC236}">
                <a16:creationId xmlns:a16="http://schemas.microsoft.com/office/drawing/2014/main" id="{B55537B3-A61D-4307-8F4D-9F78FFE9F578}"/>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2" name="">
            <a:extLst xmlns:a="http://schemas.openxmlformats.org/drawingml/2006/main">
              <a:ext uri="{FF2B5EF4-FFF2-40B4-BE49-F238E27FC236}">
                <a16:creationId xmlns:a16="http://schemas.microsoft.com/office/drawing/2014/main" id="{00D985B9-116F-45D3-803E-8C96A53DF7F1}"/>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4874EB8-FDFC-4B28-8A86-02CE4EB5DE70}"/>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4" name="">
            <a:extLst xmlns:a="http://schemas.openxmlformats.org/drawingml/2006/main">
              <a:ext uri="{FF2B5EF4-FFF2-40B4-BE49-F238E27FC236}">
                <a16:creationId xmlns:a16="http://schemas.microsoft.com/office/drawing/2014/main" id="{E10F29FF-953B-484E-AB92-E64366E486E3}"/>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5" name="">
            <a:extLst xmlns:a="http://schemas.openxmlformats.org/drawingml/2006/main">
              <a:ext uri="{FF2B5EF4-FFF2-40B4-BE49-F238E27FC236}">
                <a16:creationId xmlns:a16="http://schemas.microsoft.com/office/drawing/2014/main" id="{BA48A19C-F89E-4179-941E-B7EC97186285}"/>
              </a:ext>
            </a:extLst>
          </p:cNvPr>
          <p:cNvSpPr>
            <a:spLocks xmlns:a="http://schemas.openxmlformats.org/drawingml/2006/main" noGrp="1"/>
          </p:cNvSpPr>
          <p:nvPr/>
        </p:nvSpPr>
        <p:spPr>
          <a:xfrm xmlns:a="http://schemas.openxmlformats.org/drawingml/2006/main" flipV="0">
            <a:off x="8115300" y="3609975"/>
            <a:ext cx="0" cy="2381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6" name="">
            <a:extLst xmlns:a="http://schemas.openxmlformats.org/drawingml/2006/main">
              <a:ext uri="{FF2B5EF4-FFF2-40B4-BE49-F238E27FC236}">
                <a16:creationId xmlns:a16="http://schemas.microsoft.com/office/drawing/2014/main" id="{53A091C6-CD76-4FDE-ACE3-82B5464D5CCF}"/>
              </a:ext>
            </a:extLst>
          </p:cNvPr>
          <p:cNvSpPr>
            <a:spLocks xmlns:a="http://schemas.openxmlformats.org/drawingml/2006/main" noGrp="1"/>
          </p:cNvSpPr>
          <p:nvPr/>
        </p:nvSpPr>
        <p:spPr>
          <a:xfrm xmlns:a="http://schemas.openxmlformats.org/drawingml/2006/main" rot="10800000">
            <a:off x="8058150" y="380047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505976E-BBFA-4AEF-833F-3A79D2E62D02}"/>
              </a:ext>
            </a:extLst>
          </p:cNvPr>
          <p:cNvSpPr>
            <a:spLocks xmlns:a="http://schemas.openxmlformats.org/drawingml/2006/main" noGrp="1"/>
          </p:cNvSpPr>
          <p:nvPr/>
        </p:nvSpPr>
        <p:spPr>
          <a:xfrm xmlns:a="http://schemas.openxmlformats.org/drawingml/2006/main" flipV="0">
            <a:off x="10096500" y="3609975"/>
            <a:ext cx="0" cy="2381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8" name="">
            <a:extLst xmlns:a="http://schemas.openxmlformats.org/drawingml/2006/main">
              <a:ext uri="{FF2B5EF4-FFF2-40B4-BE49-F238E27FC236}">
                <a16:creationId xmlns:a16="http://schemas.microsoft.com/office/drawing/2014/main" id="{F3C89BFE-5FB8-4ACB-B33A-956EACCA4CF4}"/>
              </a:ext>
            </a:extLst>
          </p:cNvPr>
          <p:cNvSpPr>
            <a:spLocks xmlns:a="http://schemas.openxmlformats.org/drawingml/2006/main" noGrp="1"/>
          </p:cNvSpPr>
          <p:nvPr/>
        </p:nvSpPr>
        <p:spPr>
          <a:xfrm xmlns:a="http://schemas.openxmlformats.org/drawingml/2006/main" rot="10800000">
            <a:off x="10039350" y="38004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DBD9850F-EC37-4D53-9198-60747945DDA4}"/>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Output: predictive entropy and an epistemic proxy. These describe token distributions, not answer correctness directly. Audit record: 8.66M trainable Epinet parameters.</a:t>
            </a:r>
          </a:p>
        </p:txBody>
      </p:sp>
    </p:spTree>
    <p:extLst>
      <p:ext uri="{BB962C8B-B14F-4D97-AF65-F5344CB8AC3E}">
        <p14:creationId xmlns:p14="http://schemas.microsoft.com/office/powerpoint/2010/main" val="104316722"/>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C815678-E7DC-4C3C-9A0F-8C303D1A978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9079D84-65F0-498F-A6D1-820EE8F8423D}"/>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4100DF23-0A37-4606-B8CB-32BDF1AD0D9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0EA7DFC4-3147-40D1-97DB-FF61B27403CF}"/>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23D405E0-0985-4EC5-BC0B-DA319F58299B}"/>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774A70A-5829-4373-A35F-D9B1CFB5F7C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7953D439-A8C6-4996-AE26-DF6B358409DF}"/>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075E619A-2DCF-4E72-A12E-4980951E13D7}"/>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000017CE-312F-4F29-9E16-A9C393A3D2FF}"/>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3CB1092E-D4DF-4E71-BD69-7E26AAF43BD3}"/>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E5D79065-0634-4988-A4AE-E8608A4FC8AD}"/>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7F980BD4-F5CC-4661-81C7-71D03AD97BFB}"/>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4EADE18B-B3AF-4CBA-B01C-E94F2951A3A9}"/>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84E4EA2B-00DF-47F0-800E-7C6EC87C53E8}"/>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9F8008AE-D485-4301-AEFC-D7F1DA34C809}"/>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7E3CC904-649A-4797-8942-D0914F57B55E}"/>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34DB4AC-FE03-43EF-9B90-B8549424777B}"/>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7837E768-542C-4087-84D3-42A16CE23A11}"/>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906910926"/>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A02727C-A48B-4E5A-B244-ED4E7BA30A0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5FF907-4BEC-44EE-9E9D-533C8E705C4B}"/>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439AE852-C63C-4DF8-A470-C4F9EDF0B9AD}"/>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91755EE9-50FD-441D-A220-A9E8510AE83F}"/>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067BDE27-80C1-4577-8990-20742C0829D5}"/>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C53F3F4D-E750-4448-ACBF-8ED88499F02D}"/>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C46CD21F-FF04-4E20-B306-E7F154D7DCE0}"/>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91AE4959-6EA0-416B-A2E2-2808DD97FD0D}"/>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FB0D151F-32B0-4EE7-ADFF-DC0163DC614B}"/>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672398F3-465C-489F-B082-09C0CE2A26B5}"/>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FEC0FACA-F47E-4B20-B577-07775B1B4F99}"/>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E8758B90-B52E-4FC8-8086-FD6D9CC6E98E}"/>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51BB126C-2164-4047-B623-7309D4AD7155}"/>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Q0–9  |  α=1, weight=1  |  Base / DoLa / DoLa+ENN  |  MC1: 0.70 / 0.40 / 0.40  |  MC2: 0.4931 / 0.4546 / 0.4511</a:t>
            </a:r>
          </a:p>
        </p:txBody>
      </p:sp>
      <p:sp>
        <p:nvSpPr>
          <p:cNvPr id="14" name="">
            <a:extLst xmlns:a="http://schemas.openxmlformats.org/drawingml/2006/main">
              <a:ext uri="{FF2B5EF4-FFF2-40B4-BE49-F238E27FC236}">
                <a16:creationId xmlns:a16="http://schemas.microsoft.com/office/drawing/2014/main" id="{05079DB3-9821-40E2-B2BB-CA770D1F4583}"/>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Q10–19  |  α=0.05, weight=0  |  Base / DoLa / DoLa+ENN  |  MC1: 0.30 / 0.30 / 0.30  |  MC2: 0.4076 / 0.4066 / 0.4066</a:t>
            </a:r>
          </a:p>
        </p:txBody>
      </p:sp>
      <p:sp>
        <p:nvSpPr>
          <p:cNvPr id="15" name="">
            <a:extLst xmlns:a="http://schemas.openxmlformats.org/drawingml/2006/main">
              <a:ext uri="{FF2B5EF4-FFF2-40B4-BE49-F238E27FC236}">
                <a16:creationId xmlns:a16="http://schemas.microsoft.com/office/drawing/2014/main" id="{081CDF45-511D-41C3-8E5D-659864FB548B}"/>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9FE12C-B6F2-4A38-BBB2-38AC0F0507F7}"/>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598782246"/>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252F169-AF3E-4ADA-BAD4-EE7605CA46C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D46D01-E49A-4090-82FF-8FD102814658}"/>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BCC9343B-9C21-4CCF-AFEA-FD0080403C0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10F0FE05-FAA6-41E7-9B10-9A9FC38660C1}"/>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0E5FFB2-45B2-45FD-A8CF-BBD5FB3D82B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2A5B2233-BDCC-45E6-B66F-F32120700781}"/>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42FCF433-A46D-4F6E-9C21-350866D2E64F}"/>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6DC27264-A580-476E-9AD3-0829702177D5}"/>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60B49183-0EBA-4C4E-BA18-1C99239DC0DC}"/>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B4EB93B2-8A6F-478A-8C57-AB41D6F3843A}"/>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0F728758-7B56-4098-A9DB-56EF5726FD00}"/>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28E109B8-4507-4649-95B8-2315AE404D79}"/>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9CC2D2-0C81-44BF-B7B5-B7E7CFB13364}"/>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1D0EC65D-8676-4649-887A-18D0A03F5AE8}"/>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21CD57B2-85FD-4776-9718-FBA9638EC61B}"/>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3D4819-4448-4D2D-BAAC-018E95475FA2}"/>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4715497B-E39A-45FA-AC73-58518203DD88}"/>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CE005115-6898-44FD-B225-17929BDA4756}"/>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C6AA32-6840-489B-BB68-7C37A98F8537}"/>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7903542E-DFB4-4E24-991E-2D43155C741A}"/>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FFA4AF6A-0B90-40CA-A6A9-65ECCE4DBDE2}"/>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0EFB7E-04A8-4A78-8B1B-B29B85F8C360}"/>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E5E00CFA-C8D7-46E2-B90E-90645BF732E1}"/>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2D05D680-8536-46A5-9BD1-A93921F37ACB}"/>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AC286813-51D8-4307-811D-001537D7535D}"/>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B444E4A6-045F-465A-B1B8-8DBD2429CE90}"/>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FC21FC3B-16E2-46A8-B4CB-676C9521147F}"/>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1524486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2026-10-02T12:19:14.4320000Z</dcterms:created>
  <dcterms:modified xsi:type="dcterms:W3CDTF">2026-10-02T12:19:14.4320000Z</dcterms:modified>
</coreProperties>
</file>