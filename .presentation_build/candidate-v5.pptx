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083c774abc4431" /><Relationship Type="http://schemas.openxmlformats.org/officeDocument/2006/relationships/extended-properties" Target="/docProps/app.xml" Id="R430c1f29bdb0489c" /><Relationship Type="http://schemas.openxmlformats.org/officeDocument/2006/relationships/officeDocument" Target="/ppt/presentation.xml" Id="Rfa96fd6439ce4017" /></Relationships>
</file>

<file path=ppt/presentation.xml><?xml version="1.0" encoding="utf-8"?>
<p:presentation xmlns:p="http://schemas.openxmlformats.org/presentationml/2006/main">
  <p:sldMasterIdLst>
    <p:sldMasterId xmlns:r="http://schemas.openxmlformats.org/officeDocument/2006/relationships" id="2147483648" r:id="R65be3ff27b7045d3"/>
  </p:sldMasterIdLst>
  <p:notesMasterIdLst>
    <p:notesMasterId xmlns:r="http://schemas.openxmlformats.org/officeDocument/2006/relationships" r:id="R2775dbcf558842d9"/>
  </p:notesMasterIdLst>
  <p:sldIdLst>
    <p:sldId xmlns:r="http://schemas.openxmlformats.org/officeDocument/2006/relationships" id="256" r:id="R278785c0b9744195"/>
    <p:sldId xmlns:r="http://schemas.openxmlformats.org/officeDocument/2006/relationships" id="257" r:id="R69897cfae7914599"/>
    <p:sldId xmlns:r="http://schemas.openxmlformats.org/officeDocument/2006/relationships" id="258" r:id="R32975e84175444e8"/>
    <p:sldId xmlns:r="http://schemas.openxmlformats.org/officeDocument/2006/relationships" id="259" r:id="Rfc0d32c23d58408e"/>
    <p:sldId xmlns:r="http://schemas.openxmlformats.org/officeDocument/2006/relationships" id="260" r:id="Rfd3de65d7978421a"/>
    <p:sldId xmlns:r="http://schemas.openxmlformats.org/officeDocument/2006/relationships" id="261" r:id="R3d181a6db9ff475b"/>
    <p:sldId xmlns:r="http://schemas.openxmlformats.org/officeDocument/2006/relationships" id="262" r:id="R8b5a3a30c4c24fbe"/>
    <p:sldId xmlns:r="http://schemas.openxmlformats.org/officeDocument/2006/relationships" id="263" r:id="R3b1a0a3e12294bb1"/>
    <p:sldId xmlns:r="http://schemas.openxmlformats.org/officeDocument/2006/relationships" id="264" r:id="R968b44d88cb54a37"/>
    <p:sldId xmlns:r="http://schemas.openxmlformats.org/officeDocument/2006/relationships" id="265" r:id="Rc8a3e8bc13cf40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c0792e867e48be" /><Relationship Type="http://schemas.openxmlformats.org/officeDocument/2006/relationships/slideMaster" Target="/ppt/slideMasters/slideMaster1.xml" Id="R65be3ff27b7045d3" /><Relationship Type="http://schemas.openxmlformats.org/officeDocument/2006/relationships/notesMaster" Target="/ppt/notesMasters/notesMaster1.xml" Id="R2775dbcf558842d9" /><Relationship Type="http://schemas.openxmlformats.org/officeDocument/2006/relationships/presProps" Target="/ppt/presProps.xml" Id="Reb3fb9e86ec146c8" /><Relationship Type="http://schemas.openxmlformats.org/officeDocument/2006/relationships/tableStyles" Target="/ppt/tableStyles.xml" Id="Ra2489cab8cd240d6" /><Relationship Type="http://schemas.openxmlformats.org/officeDocument/2006/relationships/slide" Target="/ppt/slides/slide1.xml" Id="R278785c0b9744195" /><Relationship Type="http://schemas.openxmlformats.org/officeDocument/2006/relationships/slide" Target="/ppt/slides/slide2.xml" Id="R69897cfae7914599" /><Relationship Type="http://schemas.openxmlformats.org/officeDocument/2006/relationships/slide" Target="/ppt/slides/slide3.xml" Id="R32975e84175444e8" /><Relationship Type="http://schemas.openxmlformats.org/officeDocument/2006/relationships/slide" Target="/ppt/slides/slide4.xml" Id="Rfc0d32c23d58408e" /><Relationship Type="http://schemas.openxmlformats.org/officeDocument/2006/relationships/slide" Target="/ppt/slides/slide5.xml" Id="Rfd3de65d7978421a" /><Relationship Type="http://schemas.openxmlformats.org/officeDocument/2006/relationships/slide" Target="/ppt/slides/slide6.xml" Id="R3d181a6db9ff475b" /><Relationship Type="http://schemas.openxmlformats.org/officeDocument/2006/relationships/slide" Target="/ppt/slides/slide7.xml" Id="R8b5a3a30c4c24fbe" /><Relationship Type="http://schemas.openxmlformats.org/officeDocument/2006/relationships/slide" Target="/ppt/slides/slide8.xml" Id="R3b1a0a3e12294bb1" /><Relationship Type="http://schemas.openxmlformats.org/officeDocument/2006/relationships/slide" Target="/ppt/slides/slide9.xml" Id="R968b44d88cb54a37" /><Relationship Type="http://schemas.openxmlformats.org/officeDocument/2006/relationships/slide" Target="/ppt/slides/slide10.xml" Id="Rc8a3e8bc13cf40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a4a806a9ae43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8398bcb25a41e3" /><Relationship Type="http://schemas.openxmlformats.org/officeDocument/2006/relationships/notesMaster" Target="/ppt/notesMasters/notesMaster1.xml" Id="Rf72cf50c58e249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a083251d594552" /><Relationship Type="http://schemas.openxmlformats.org/officeDocument/2006/relationships/notesMaster" Target="/ppt/notesMasters/notesMaster1.xml" Id="R14e95d4c283b42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dd68820a0947ab" /><Relationship Type="http://schemas.openxmlformats.org/officeDocument/2006/relationships/notesMaster" Target="/ppt/notesMasters/notesMaster1.xml" Id="R8f3ad52e0ec14a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be788ee5ee4ed3" /><Relationship Type="http://schemas.openxmlformats.org/officeDocument/2006/relationships/notesMaster" Target="/ppt/notesMasters/notesMaster1.xml" Id="R1abacf487ffa49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94193160d3455f" /><Relationship Type="http://schemas.openxmlformats.org/officeDocument/2006/relationships/notesMaster" Target="/ppt/notesMasters/notesMaster1.xml" Id="Rf18821ac8a2e44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b44ac6b0b4f15" /><Relationship Type="http://schemas.openxmlformats.org/officeDocument/2006/relationships/notesMaster" Target="/ppt/notesMasters/notesMaster1.xml" Id="Rc1330d0f04ef43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0a18a2f9374ee4" /><Relationship Type="http://schemas.openxmlformats.org/officeDocument/2006/relationships/notesMaster" Target="/ppt/notesMasters/notesMaster1.xml" Id="R298f3d97931d4b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1f911e86e7476a" /><Relationship Type="http://schemas.openxmlformats.org/officeDocument/2006/relationships/notesMaster" Target="/ppt/notesMasters/notesMaster1.xml" Id="R96ba7f3fc2ed43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cc7deb308349af" /><Relationship Type="http://schemas.openxmlformats.org/officeDocument/2006/relationships/notesMaster" Target="/ppt/notesMasters/notesMaster1.xml" Id="R83ce13c926b742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889629c0f44f3b" /><Relationship Type="http://schemas.openxmlformats.org/officeDocument/2006/relationships/notesMaster" Target="/ppt/notesMasters/notesMaster1.xml" Id="R1c622fd17527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follows the repository README heading, “DoLa + ENN Reliability Pipeline.” The longer subtitle describes the implemented TinyLlama, DoLa, and Epinet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b8b88d0d854a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3af57794ac45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74b262996341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66481ebe1441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fa60acb0e747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edc08f662d49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AEB820-0504-4C17-8861-F1BF063211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6E391D-58CE-4D07-BFA4-940A75564B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A3C537-8A9C-4252-B1B4-699FF38247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32B2E5-80A9-480C-892C-DA85C52296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400EEF-3EE0-4409-9B08-FBE86358AD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054730-4EC2-40CB-954C-81E16334AA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27C300-DC86-4C61-8A35-74A960CF43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A0C7B5-9ACB-413C-8C1D-EE81B0A9A1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02E7D1-27AA-4F6B-A35E-78CECF063F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B24F1C-AA55-41EE-95A1-D746CF4C66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64c21e70fd4240" /><Relationship Type="http://schemas.openxmlformats.org/officeDocument/2006/relationships/slideLayout" Target="/ppt/slideLayouts/slideLayout1.xml" Id="R3fb2c43eced64eed" /><Relationship Type="http://schemas.openxmlformats.org/officeDocument/2006/relationships/slideLayout" Target="/ppt/slideLayouts/slideLayout2.xml" Id="R7741d56f8f59408e" /><Relationship Type="http://schemas.openxmlformats.org/officeDocument/2006/relationships/slideLayout" Target="/ppt/slideLayouts/slideLayout3.xml" Id="R2051809a8f634a3e" /><Relationship Type="http://schemas.openxmlformats.org/officeDocument/2006/relationships/slideLayout" Target="/ppt/slideLayouts/slideLayout4.xml" Id="R40eb8e2c9c0e4761" /><Relationship Type="http://schemas.openxmlformats.org/officeDocument/2006/relationships/slideLayout" Target="/ppt/slideLayouts/slideLayout5.xml" Id="R508e1226261e44e3" /><Relationship Type="http://schemas.openxmlformats.org/officeDocument/2006/relationships/slideLayout" Target="/ppt/slideLayouts/slideLayout6.xml" Id="R31f9ed7024794a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b2c43eced64eed"/>
    <p:sldLayoutId xmlns:r="http://schemas.openxmlformats.org/officeDocument/2006/relationships" id="2147483650" r:id="R7741d56f8f59408e"/>
    <p:sldLayoutId xmlns:r="http://schemas.openxmlformats.org/officeDocument/2006/relationships" id="2147483651" r:id="R2051809a8f634a3e"/>
    <p:sldLayoutId xmlns:r="http://schemas.openxmlformats.org/officeDocument/2006/relationships" id="2147483652" r:id="R40eb8e2c9c0e4761"/>
    <p:sldLayoutId xmlns:r="http://schemas.openxmlformats.org/officeDocument/2006/relationships" id="2147483653" r:id="R508e1226261e44e3"/>
    <p:sldLayoutId xmlns:r="http://schemas.openxmlformats.org/officeDocument/2006/relationships" id="2147483654" r:id="R31f9ed7024794a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e2692fc98f4c24" /><Relationship Type="http://schemas.openxmlformats.org/officeDocument/2006/relationships/notesSlide" Target="/ppt/notesSlides/notesSlide1.xml" Id="Rfa79bd66be6f49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83ea07a6e54dcd" /><Relationship Type="http://schemas.openxmlformats.org/officeDocument/2006/relationships/notesSlide" Target="/ppt/notesSlides/notesSlide2.xml" Id="R0cd39cdf149048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7299adfc494a70" /><Relationship Type="http://schemas.openxmlformats.org/officeDocument/2006/relationships/notesSlide" Target="/ppt/notesSlides/notesSlide3.xml" Id="R0bde9f3b56cb44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575cd0b4da48bf" /><Relationship Type="http://schemas.openxmlformats.org/officeDocument/2006/relationships/notesSlide" Target="/ppt/notesSlides/notesSlide4.xml" Id="Red543ddf8e8c4c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6441015af24a1a" /><Relationship Type="http://schemas.openxmlformats.org/officeDocument/2006/relationships/notesSlide" Target="/ppt/notesSlides/notesSlide5.xml" Id="Rc490f781af204d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1d38accd30d466b" /><Relationship Type="http://schemas.openxmlformats.org/officeDocument/2006/relationships/notesSlide" Target="/ppt/notesSlides/notesSlide6.xml" Id="R774bf0a0227942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7d4cb0a4d5426b" /><Relationship Type="http://schemas.openxmlformats.org/officeDocument/2006/relationships/notesSlide" Target="/ppt/notesSlides/notesSlide7.xml" Id="R20d880245dd34c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f405cc51f947bd" /><Relationship Type="http://schemas.openxmlformats.org/officeDocument/2006/relationships/notesSlide" Target="/ppt/notesSlides/notesSlide8.xml" Id="R4ef90458da034b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bd5a9c48da4078" /><Relationship Type="http://schemas.openxmlformats.org/officeDocument/2006/relationships/notesSlide" Target="/ppt/notesSlides/notesSlide9.xml" Id="R5a57f065dc234f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2ab86da93e4fb3" /><Relationship Type="http://schemas.openxmlformats.org/officeDocument/2006/relationships/notesSlide" Target="/ppt/notesSlides/notesSlide10.xml" Id="R2709993301934d7b"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411C731E-CCD1-48CC-966F-8DF212E30664}"/>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5C043D-6556-436B-9C89-FE61CBE1A3AA}"/>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CF521C-541B-4BA8-B9F3-C99FAF6BD9A3}"/>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8EF18B-73AE-4637-BC76-60965F053D1A}"/>
              </a:ext>
            </a:extLst>
          </p:cNvPr>
          <p:cNvSpPr>
            <a:spLocks xmlns:a="http://schemas.openxmlformats.org/drawingml/2006/main" noGrp="1"/>
          </p:cNvSpPr>
          <p:nvPr/>
        </p:nvSpPr>
        <p:spPr>
          <a:xfrm xmlns:a="http://schemas.openxmlformats.org/drawingml/2006/main">
            <a:off x="609600" y="1066800"/>
            <a:ext cx="6286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DoLa + ENN</a:t>
            </a:r>
          </a:p>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Reliability Pipeline</a:t>
            </a:r>
          </a:p>
        </p:txBody>
      </p:sp>
      <p:sp>
        <p:nvSpPr>
          <p:cNvPr id="5" name="">
            <a:extLst xmlns:a="http://schemas.openxmlformats.org/drawingml/2006/main">
              <a:ext uri="{FF2B5EF4-FFF2-40B4-BE49-F238E27FC236}">
                <a16:creationId xmlns:a16="http://schemas.microsoft.com/office/drawing/2014/main" id="{F851DD28-1332-4C95-9968-7BBE39736EBE}"/>
              </a:ext>
            </a:extLst>
          </p:cNvPr>
          <p:cNvSpPr>
            <a:spLocks xmlns:a="http://schemas.openxmlformats.org/drawingml/2006/main" noGrp="1"/>
          </p:cNvSpPr>
          <p:nvPr/>
        </p:nvSpPr>
        <p:spPr>
          <a:xfrm xmlns:a="http://schemas.openxmlformats.org/drawingml/2006/main">
            <a:off x="628650" y="2295525"/>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9D8F0"/>
                </a:solidFill>
                <a:latin typeface="Helvetica Neue"/>
                <a:ea typeface="Helvetica Neue"/>
                <a:cs typeface="Helvetica Neue"/>
              </a:defRPr>
            </a:defPPr>
          </a:lstStyle>
          <a:p xmlns:a="http://schemas.openxmlformats.org/drawingml/2006/main">
            <a:pPr algn="l">
              <a:lnSpc>
                <a:spcPct val="105000"/>
              </a:lnSpc>
              <a:buNone/>
              <a:defRPr sz="1650" b="0">
                <a:solidFill>
                  <a:srgbClr val="B9D8F0"/>
                </a:solidFill>
                <a:latin typeface="Helvetica Neue"/>
                <a:ea typeface="Helvetica Neue"/>
                <a:cs typeface="Helvetica Neue"/>
              </a:defRPr>
            </a:pPr>
            <a:r>
              <a:rPr sz="1650" b="0">
                <a:solidFill>
                  <a:srgbClr val="B9D8F0"/>
                </a:solidFill>
                <a:latin typeface="Helvetica Neue"/>
                <a:ea typeface="Helvetica Neue"/>
                <a:cs typeface="Helvetica Neue"/>
              </a:rPr>
              <a:t>TinyLlama-based answer generation and uncertainty analysis</a:t>
            </a:r>
          </a:p>
        </p:txBody>
      </p:sp>
      <p:sp>
        <p:nvSpPr>
          <p:cNvPr id="6" name="">
            <a:extLst xmlns:a="http://schemas.openxmlformats.org/drawingml/2006/main">
              <a:ext uri="{FF2B5EF4-FFF2-40B4-BE49-F238E27FC236}">
                <a16:creationId xmlns:a16="http://schemas.microsoft.com/office/drawing/2014/main" id="{7DBA65B0-3629-4B61-9BBA-56ACE2EC9653}"/>
              </a:ext>
            </a:extLst>
          </p:cNvPr>
          <p:cNvSpPr>
            <a:spLocks xmlns:a="http://schemas.openxmlformats.org/drawingml/2006/main" noGrp="1"/>
          </p:cNvSpPr>
          <p:nvPr/>
        </p:nvSpPr>
        <p:spPr>
          <a:xfrm xmlns:a="http://schemas.openxmlformats.org/drawingml/2006/main">
            <a:off x="628650" y="3028950"/>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2DA016A6-15B6-4869-AFE1-3C87541A9274}"/>
              </a:ext>
            </a:extLst>
          </p:cNvPr>
          <p:cNvSpPr>
            <a:spLocks xmlns:a="http://schemas.openxmlformats.org/drawingml/2006/main" noGrp="1"/>
          </p:cNvSpPr>
          <p:nvPr/>
        </p:nvSpPr>
        <p:spPr>
          <a:xfrm xmlns:a="http://schemas.openxmlformats.org/drawingml/2006/main" flipV="0">
            <a:off x="628650" y="34861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C792B8C2-6627-478C-BCD3-20FEC7F94B56}"/>
              </a:ext>
            </a:extLst>
          </p:cNvPr>
          <p:cNvSpPr>
            <a:spLocks xmlns:a="http://schemas.openxmlformats.org/drawingml/2006/main" noGrp="1"/>
          </p:cNvSpPr>
          <p:nvPr/>
        </p:nvSpPr>
        <p:spPr>
          <a:xfrm xmlns:a="http://schemas.openxmlformats.org/drawingml/2006/main">
            <a:off x="628650" y="3733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D75B1581-2949-4C17-A35C-CF520BB03576}"/>
              </a:ext>
            </a:extLst>
          </p:cNvPr>
          <p:cNvSpPr>
            <a:spLocks xmlns:a="http://schemas.openxmlformats.org/drawingml/2006/main" noGrp="1"/>
          </p:cNvSpPr>
          <p:nvPr/>
        </p:nvSpPr>
        <p:spPr>
          <a:xfrm xmlns:a="http://schemas.openxmlformats.org/drawingml/2006/main">
            <a:off x="628650" y="4019550"/>
            <a:ext cx="6076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Helvetica Neue"/>
                <a:ea typeface="Helvetica Neue"/>
                <a:cs typeface="Helvetica Neue"/>
              </a:defRPr>
            </a:defPPr>
          </a:lstStyle>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Ganesh Kumar Reddy  ·  23BCE8969</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B. Sai Susmitha  ·  23BCE9884</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 Dhanush Datta  ·  23BCE9258</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F79944B9-56A5-4E47-9ECB-D1975B86BE99}"/>
              </a:ext>
            </a:extLst>
          </p:cNvPr>
          <p:cNvSpPr>
            <a:spLocks xmlns:a="http://schemas.openxmlformats.org/drawingml/2006/main" noGrp="1"/>
          </p:cNvSpPr>
          <p:nvPr/>
        </p:nvSpPr>
        <p:spPr>
          <a:xfrm xmlns:a="http://schemas.openxmlformats.org/drawingml/2006/main">
            <a:off x="628650" y="5524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D57E479E-0C3E-40EF-96E0-09E127A6C435}"/>
              </a:ext>
            </a:extLst>
          </p:cNvPr>
          <p:cNvSpPr>
            <a:spLocks xmlns:a="http://schemas.openxmlformats.org/drawingml/2006/main" noGrp="1"/>
          </p:cNvSpPr>
          <p:nvPr/>
        </p:nvSpPr>
        <p:spPr>
          <a:xfrm xmlns:a="http://schemas.openxmlformats.org/drawingml/2006/main">
            <a:off x="628650" y="57912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E899870B-6515-46E6-B9A7-BE52BCF0DE3C}"/>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F1AB8EB6-E769-4A8B-B97A-A94BC8562077}"/>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A720B8DE-1998-4ABE-94D2-706BB74BCAD7}"/>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1B569596-2531-4FF9-9E22-101CC26E7782}"/>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451D15C6-93EA-44CF-A3F5-525232DA4622}"/>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0E077D66-CCE3-4B06-8442-B4294D7DB00E}"/>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0BDD4037-0078-4D99-A6C2-B62E1D30DCAA}"/>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4CC8D9D3-C01F-461D-8C0A-D7CF48D92D3F}"/>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C5E99A10-5A2B-4FD7-907F-3C21A5E64E3B}"/>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3FCC30B2-8679-40D8-B652-FC51C9D2A67A}"/>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3BEE8100-1433-44B0-B5CB-7E67A9BCBB5B}"/>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508B77E4-78D3-4774-B309-F275F96FAD40}"/>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F9F14FDA-83D5-4D94-89B1-E21CBE11CDC6}"/>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9B8F24BE-1D15-49B5-AF12-EA97C45B7917}"/>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C2835665-3C1D-437A-AF5C-43C59125641F}"/>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43E6FBCF-008A-480B-88A8-8359879E15AC}"/>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52AF2067-768C-40FA-8DDA-A16E6EA794B6}"/>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545F3DCC-858C-4FE9-BD36-B3F98957B89F}"/>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FBB3FF7D-ED9E-4C32-9C5C-6D094A60B81E}"/>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ECC6FF8D-9733-4ADB-9D3F-2D3077EE2FCA}"/>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1FFCA32E-CDDA-4E3F-A9BE-6AF715602339}"/>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E3F896D1-29B1-4A33-A5EC-D5805E53EEBB}"/>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9DE6DA98-0E2E-42BD-AA37-8A5C050508C8}"/>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047D6593-F3D7-4407-98D9-E7D7F9427E84}"/>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63ACBC0E-3EE7-429B-B1E0-0EAE3B20F5C7}"/>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91D88E56-0789-404E-A915-58846B369A9D}"/>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C593D2F0-5B25-403B-8FE2-BB0820755F4A}"/>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1D985C51-8BA3-4306-9B9D-78494725A2BE}"/>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13C06293-5DEA-4755-8BF1-A67A337944DA}"/>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DAD76947-3438-443E-93CA-42ABB553BB11}"/>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E77A41EB-37F9-4261-9644-D7E6842BB0FE}"/>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90750F9B-F752-4B04-AB95-F7CD0EC1CCE7}"/>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7EA441CB-52DD-4658-B159-D90195D2800A}"/>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54B81866-B35F-455C-8FE9-540C01791648}"/>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6C4D0A30-44ED-4860-B247-FD209B3BC0A3}"/>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929701B9-7D97-47B9-8F7A-17083826DEA2}"/>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1FF11846-86DC-4E01-BE2D-1FED9E4CFDBE}"/>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01962304-0DCC-4B1F-8445-93C20B9B766B}"/>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01C970F9-3D2E-45E3-8991-82506E2DCD89}"/>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AF154E57-66CA-490B-AFE9-3671A95E5011}"/>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EFC952D5-246A-41F8-9C46-449AB1BE3418}"/>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02B1D1F1-B573-49B2-8356-9AA91E80AD29}"/>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1F204257-4BF3-44A9-BACD-AECE579211B4}"/>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14F33E41-2A57-422C-AA3B-7159E0A8498A}"/>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1DAEC393-7A83-4E8C-917F-DF8EE14C456F}"/>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A9A63EE3-8272-4DAE-9F45-939B48514AD9}"/>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A66BF333-03BD-4A26-867C-7BDF9E0D0006}"/>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CA9B0639-2239-4AAE-92E7-A491C146C981}"/>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4D9B6A68-EDD2-4FF0-ACD2-2607A50FCE06}"/>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014CB5C7-3E84-42C5-BAC8-96F7B85EE744}"/>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48CAFD3A-0541-489F-9857-2AD00D28DACA}"/>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Tree>
    <p:extLst>
      <p:ext uri="{BB962C8B-B14F-4D97-AF65-F5344CB8AC3E}">
        <p14:creationId xmlns:p14="http://schemas.microsoft.com/office/powerpoint/2010/main" val="121165882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94B0EBA-9B1E-4B3E-83D1-DEFEF0F5B5F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C71DF6-D9B7-43F8-A27D-D167EC08392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94B9255E-0142-4FD9-895B-27F6D50D334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F9878029-983B-4ACD-B7CE-616AD2DD3822}"/>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F32C016-1F35-4C8F-B40D-4EEF1716B0BE}"/>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C29B6DA4-6142-45F4-A4FF-38CB6099FC3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62CA4AC6-3318-4CA9-A3C3-C7DCE43167E3}"/>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4F37E8DE-78AB-4141-A247-06304574E35F}"/>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1AED4466-13C6-48B9-AD55-8B49A55FD343}"/>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1A0B6378-5F80-48AC-A205-015A72E4A0D8}"/>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6514A02-447B-4162-9AD4-36523F5DB1EC}"/>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65500B4D-6E70-43F1-9F53-3FB1AED3757D}"/>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4E6AAD61-29CA-4CEE-8C54-83AF34D88BBE}"/>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6C2002D8-6C85-4FA1-A515-5BF51FBD6C8B}"/>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0F3B9BC-E01C-4C72-A99C-D30EEA248582}"/>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AE55998E-6BCA-4366-B1C7-624666DFB4DB}"/>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412D2DA8-5CF6-4135-BA43-35E72BD43052}"/>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DFDCF8DF-6B07-4EB3-9D57-82DDBD22EE1E}"/>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1CC494-027D-445A-807C-535E17AA1226}"/>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2D47CB14-CF36-4FD9-8ECC-E3B053C68816}"/>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890211BE-74E0-4636-8C3C-8D08F4A26A99}"/>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0CA0306D-3834-4E3A-A4B5-324BC9C4ACC1}"/>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960F73D-CC36-4794-91D2-31B41142114E}"/>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AA7E1CF0-0726-4A1D-9E7E-0E612BBC8DF4}"/>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3D54FE-6D8D-4028-B727-28A2BAA20D9F}"/>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82E22A51-1F0A-43D7-9B2E-401A822D0E93}"/>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6DD919F0-085A-4ABE-BEB3-C4CAAE642A7A}"/>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2057921879"/>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4932AD1-6C8E-4D8F-B1F5-20348A91DF2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FE725E-9155-4680-81D6-1C9D40D722D2}"/>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5775137E-1B44-4499-9BAF-106E83236D1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6ABB7634-C015-42F4-9370-90E5FFDD11CB}"/>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8FCB43E-E6D2-4A29-A406-7F45CF295BFF}"/>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4A460B8-7812-46FE-8E46-5D3159418FC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B90B209-F9C2-4095-90B8-62618DEAFC54}"/>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56D85049-7F85-466E-8057-946BC386B30F}"/>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CFDB7F07-76B4-4888-961F-7BCF7B98F38A}"/>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528732A4-19D1-4445-9349-800D4601E816}"/>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7ACE5A43-2942-4131-9D5B-A994C2C77E56}"/>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3EF00CCC-0266-4C3C-AAFE-F9AC13286F00}"/>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7A0D2506-17B6-44AB-9809-FD8C36925CC3}"/>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982657CC-D70F-476B-B59A-BB0E426E70AE}"/>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4F123456-67CF-464C-A272-C5CBE8FE61BA}"/>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517CE8E7-34F6-4EBB-8035-ADB2147DDAA6}"/>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4B36D7A-900D-4894-966C-18A1380B768F}"/>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BA31F470-0604-4546-B943-151309B6FD6D}"/>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5CB11816-6199-4FBD-9FF5-678CF13638FF}"/>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908FE0AE-3F03-4BFB-9F59-E385DF1E01D1}"/>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BC29DB8-E495-4B1E-9FD7-2785B0A6E845}"/>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1ECE2DA8-892A-4668-8CFD-FEEB67DCF7E9}"/>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E31A5D95-690C-4E5A-AF8A-5177926A2F00}"/>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9A1A3F27-9BC1-43DB-975D-DA0C57FDFFA4}"/>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F6395D-4D0E-4B78-B5B1-C262D9351EE0}"/>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87144B93-5439-42AF-AC00-62E92EA4CC8B}"/>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54C58E3C-4A84-4E37-BAF2-C6DCF942CE55}"/>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2026549651"/>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C4E8BB4-8975-48C4-ACA3-4EA4ABB41B9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900AA4-9303-4C97-AE71-8FC13FA7642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000A4C30-9D85-4896-995A-2DBF9A6E1B3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30807291-CCBD-402A-8F8E-F3ED6BB09D1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9DCF1F6-0156-4F64-8DE1-951B9C14BA9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DCECB67-591B-4780-918C-EF0C6FAB7EBE}"/>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F6C11111-89DC-436E-A730-D4D9D9A7F4BA}"/>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CE5C9A-8CF3-4FB1-A50C-BC5CC6C88063}"/>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6487BBD7-A644-44DF-9E08-36CFB1D7661C}"/>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9EF96F10-EF1B-40F0-B0FD-9D0C1D375AA7}"/>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EC3BF041-4438-465A-A6BE-D63708014262}"/>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0A75ECB-5D8F-4F54-9461-4430C2227D35}"/>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3F9B946E-84B3-467D-AA5B-2C02AF787930}"/>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DB0A6F6A-97B1-41DF-ACA9-2A6ADA64EF73}"/>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6A30BB23-3242-420A-A68E-FC0EC23F46FC}"/>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6CB230-6CBB-4052-9922-F845AF9B627B}"/>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8B360C07-5319-4B6D-B5BA-8BA921A0BD20}"/>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0B2BDF27-B273-42EF-A8A8-1F1F562DDE1C}"/>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35329E5D-02A7-4435-99B0-03C82A438321}"/>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E3354C-15D7-4A81-BF0A-7D364D6E69D2}"/>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2BF440F7-693D-46CD-9862-E7A2F2F1720C}"/>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3CC9D2FF-EA3D-43FF-8DC6-DBB6833430AD}"/>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946EE319-9411-4BFB-9C7B-2B95C447F385}"/>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676E99F-45E6-4261-84CB-48A7D3DF04A9}"/>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45FA761B-5B06-43B9-9843-D6B5BD4CD6B5}"/>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C2218D78-F11C-4DE9-858D-AA0DE498D5DA}"/>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0D38EA3E-3240-4223-9571-4BC8203DCF1B}"/>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9D0A28F-ED70-42A9-888F-0BE53C37D665}"/>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85685667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135BF3-33D4-42CA-A80D-583D13E614B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38A8D8-D127-4C67-ACAD-BD01FEF03869}"/>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6772133E-E147-4C72-97E7-CAFB40CCE2E9}"/>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5FD4B7B2-5922-47C0-AA02-8A6AA3A1FEAE}"/>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78E467C-34EC-4334-95F0-B8B3C30EE0D7}"/>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FBD456F-66C9-41C3-8BEF-2D4349F56EB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EF2D494F-41D5-4728-903F-44774C8589FB}"/>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E30E2219-E7B4-4BB6-8554-4132BDEEEB50}"/>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6151CE4-DED7-40C0-9B5E-B1E6DFBE1CE0}"/>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4B17326C-9CE8-49B8-BEC1-E3E32AC1286B}"/>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31B622C0-C47E-4345-8E59-25DF43443551}"/>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5BD697F9-A577-4033-A9EF-6DC6CBEB156B}"/>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28894927-EB14-4169-BEB3-F139F3EA8787}"/>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DA07412E-5FC0-454E-BE8C-AB0FD267C1A6}"/>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8C9884-9247-4D1D-8E7B-F5988941299D}"/>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2EB486E7-4AD3-4718-BADE-21786C1C1515}"/>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CFD46AB2-AC8E-4AA2-B7EB-7C37BDB8FC21}"/>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6B50F194-931B-4B58-98C7-4860A54BDBC8}"/>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1E295055-C690-40A6-AE60-C24BDE8CF518}"/>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9CB75220-CCB2-49A8-8DEB-59449ACA82DE}"/>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BB68D56-68B8-4107-A396-80E6D21374E8}"/>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C99987ED-5A94-47EE-972F-7015C63C5479}"/>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387EAEA6-FE9A-4043-B4F7-4B235D8DDE8A}"/>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39C10DE4-7ED3-4E6C-B42E-0F8CC75F8D18}"/>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4880104E-0727-447A-8FE9-4EC89EB56187}"/>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8D4000FE-5F8E-4A46-AA1E-F3B95C61E1AA}"/>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DBAA58F-0D68-49DA-B985-2E7E9EB883DD}"/>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2D6EBD68-9FA0-4416-8367-16FA2D93A975}"/>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152277ED-6EB3-4BD6-AC25-C8D646082C95}"/>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5037DCE7-61DD-4281-AB54-783BE481F347}"/>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8A1D868C-4B00-46A1-BE86-71D252EB9D7D}"/>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5843138F-DCE5-4960-AD00-8257FE1D0E4B}"/>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9E8DE9CB-F9D1-4943-AEA7-10C6A63956E6}"/>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1FF69F93-B991-45DF-A9B6-4DBDF8404C78}"/>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064200424"/>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46750737-5E73-4CCD-A314-057347B68E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22A02F-6D3E-4C94-80AE-82EF85E15840}"/>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7A0D5307-BE6F-4B03-A166-F6D3C84FC23A}"/>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999BF35D-953C-421B-AA6D-79F28011644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82951716-6440-439F-9900-71B9C2390677}"/>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F52CE73B-F2DF-4EBF-861B-86592711D4D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ADA3F0D4-1ED4-479B-94C7-6CB59FE674F5}"/>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8239EED3-C669-49B9-BFFC-7C59C98445C7}"/>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36D03233-5BEB-4E22-8A7A-D0B495A10FC9}"/>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646203-27AE-4CC7-8F5F-3E52F316CF9F}"/>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883A9B9A-2CD4-4B0E-9719-3410384D0531}"/>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8BA72F15-BE07-4977-AD8C-A68E4C465F46}"/>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A138000C-CEB1-4446-B2D0-4B8B17EBFB0B}"/>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D9FFC7-D26D-4A49-AC31-B36659BD7CBB}"/>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38FD8060-937A-4452-B36D-B6FB42E25079}"/>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1920478D-235A-42D0-A7AC-12650A4DC1AC}"/>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0964346E-43B7-46A0-8425-33D16374775B}"/>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671A83-1BA2-4B10-AC6F-05A20E6521A0}"/>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0FEBA1CC-D67F-478C-A972-711F7E935CC8}"/>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353199E7-8E7C-4FB2-A9A5-B56064D2B4C6}"/>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1E2F7D92-8873-4359-BD36-2EEA53E3C645}"/>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FCAA55-26EB-4666-8087-84271B60DBC6}"/>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9399DE25-3B0E-4E1F-9DE9-0DF46AA5D054}"/>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016B3721-D76E-4058-81CD-8006491B5F1D}"/>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2AE0B247-D46A-4935-9743-BAE0BE251329}"/>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81D6E50-EEF8-465A-87A9-689A66E7E49C}"/>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5EFD740F-2738-48D9-94C9-FF55C86D8FBE}"/>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4BAF690-41BA-4ACD-9FC7-C11C5E074DC5}"/>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8CEC3769-B918-4649-A9B0-37A37D86516A}"/>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BA0EFDE-89FD-4E9D-9FF8-6D99DB433C8A}"/>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9FEF5588-7DC4-423A-B40B-312B81D79FBE}"/>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D36352BB-E6CD-4318-93F7-52C5A416B83E}"/>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42460749-4D32-404B-98DA-20DCE8B778AC}"/>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C23F11F-65FD-4515-94E7-1C57E01925A0}"/>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54AEDC95-366D-4AC8-98DD-A9AD0891FF9D}"/>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007018A9-62B8-4691-837E-0D2FBA887EC9}"/>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2C3A0BB1-9DE7-4CFE-A9A3-4E1A4DEFE550}"/>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3ECB632-0BAB-45A0-99DD-E0C5E3B64911}"/>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18560A4A-78D3-4985-ADB7-6856F2E3C80F}"/>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363723E6-02EB-4DFB-91DC-814D3BF9E585}"/>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3A6892F4-72D8-4273-BEC6-9329E900496C}"/>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96E87E0-71B9-494F-B99A-42861875CC1B}"/>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06F966A7-4B87-4107-ADE1-A0DF650DE5ED}"/>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BA6E94DC-87EF-465C-B90A-CC3E7E0FB0A5}"/>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D3E932BA-A6E8-4EFD-BF7A-67814AC50D80}"/>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D50F96ED-8799-42E6-9A78-640C59469EF7}"/>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1BF2218B-CD1F-47AF-8528-685F5D95E915}"/>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53943713-61CB-472E-917D-C181EE6EB9BC}"/>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679E47DE-9F33-4BFE-A7CE-81C96FA354A2}"/>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D7E6D90-CFBA-4DF2-A35F-86E6C9E98524}"/>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6426AEEE-BE22-481C-8F82-9C2A68F222C2}"/>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5CF99DF-BF5D-46C6-A8DD-6480202E6A7D}"/>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D17962CB-1681-46BE-9F63-62CD5BAA1017}"/>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E6BC94A-6B62-4FB7-A7CF-D3F7E237F3DF}"/>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37433C8D-2EC9-445A-A9A9-11383B015CDC}"/>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4EB52DC-9150-4E0E-BABA-743274DBBAD1}"/>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624909394"/>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992A68F-9B27-47B4-8D8A-F4A6C014E5D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D1FC94-A3B8-4079-ABB4-00935E647D0A}"/>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24B06AEE-6776-43D6-BBB7-683E821EB37D}"/>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D8F9445C-FCED-4811-8A72-C4837178D188}"/>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6511F619-B6D7-45A9-945A-9FA0B667DE1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357DCC8-2E76-499D-962F-47ABE071D502}"/>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91EA7BA4-BC21-4BAF-B936-01F5E33615BF}"/>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E830B11D-2392-4741-BE8D-76A5A3D172BA}"/>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EB6A6C-833F-42D9-98D1-E97BC37FA6AA}"/>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0ECDC50B-35B3-4C35-B0C1-63B8617AADB9}"/>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33061051-15BE-46F4-877A-F0D8CA4CDEDF}"/>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33308C-B12D-42DC-A1EB-036722C0CAA7}"/>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C278710B-FB2C-4923-8DED-04FD2B9A7A41}"/>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7CEB0EB8-449C-4B83-A96C-4CD982C6FB5B}"/>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05661272-00BD-4141-96BE-A563B5EEC6D1}"/>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DE0F56BA-477B-4FAC-AA18-49F1B1DCBD47}"/>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E916B4-2BB4-4B1D-A4F3-34D1946ED9FB}"/>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59606C0C-F3A6-44DA-A8F4-DD12E02F3A2B}"/>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58DD68-8DAC-429F-8E30-E8CA3A88F95D}"/>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89472B3-C068-4B3B-9D6A-4252BCF8E503}"/>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46B5F132-AB92-4D04-A8FF-67492CE57C62}"/>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91702759-DB24-4DDE-BC37-EE27F8CD6242}"/>
              </a:ext>
            </a:extLst>
          </p:cNvPr>
          <p:cNvSpPr>
            <a:spLocks xmlns:a="http://schemas.openxmlformats.org/drawingml/2006/main" noGrp="1"/>
          </p:cNvSpPr>
          <p:nvPr/>
        </p:nvSpPr>
        <p:spPr>
          <a:xfrm xmlns:a="http://schemas.openxmlformats.org/drawingml/2006/main" flipV="0">
            <a:off x="4895850" y="3209925"/>
            <a:ext cx="0" cy="3905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09C12062-9CEC-495E-A22D-C35E081956FC}"/>
              </a:ext>
            </a:extLst>
          </p:cNvPr>
          <p:cNvSpPr>
            <a:spLocks xmlns:a="http://schemas.openxmlformats.org/drawingml/2006/main" noGrp="1"/>
          </p:cNvSpPr>
          <p:nvPr/>
        </p:nvSpPr>
        <p:spPr>
          <a:xfrm xmlns:a="http://schemas.openxmlformats.org/drawingml/2006/main" rot="10800000">
            <a:off x="4838700" y="35528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2EB2A69-67D8-4E01-B75A-153B747BCCF2}"/>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19EC3639-6DC2-431A-BA07-38D3470146DC}"/>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B3116F24-E485-4115-BE4C-583817B002BA}"/>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B903F80F-2880-4B71-B50B-FFF82202C18B}"/>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0149D7-8004-442F-91DA-4E4D859D9607}"/>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B01DDE57-DA82-4385-BCD9-40FD344510B5}"/>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30810CAA-A44B-4CFC-85EE-26769BE62B5A}"/>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6AAC34B7-C02B-4306-B5DD-974A64128E5D}"/>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436C8A5-731E-4DCD-BD84-A89DBAC4A271}"/>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52DB7D9B-F3EC-4C30-B707-458245749339}"/>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8D2330-79A1-4316-9991-0B36644A0A5D}"/>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FE2EC687-D3C1-4F48-9FC8-8C305705C785}"/>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5A90D5D2-E1A6-4F19-918C-3BFE024595FD}"/>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FE539A9B-3680-43F5-B68E-494B66DA15AB}"/>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4109C2F-F4AD-4EF2-9C93-250FD5897D6B}"/>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F6C2DAE8-743C-45B9-B134-62B4634FD6AC}"/>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6FC6EFA9-9079-417F-B6A5-2454DEA8F2FB}"/>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1" name="">
            <a:extLst xmlns:a="http://schemas.openxmlformats.org/drawingml/2006/main">
              <a:ext uri="{FF2B5EF4-FFF2-40B4-BE49-F238E27FC236}">
                <a16:creationId xmlns:a16="http://schemas.microsoft.com/office/drawing/2014/main" id="{89761F87-8247-43EB-A040-D800011101D9}"/>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2" name="">
            <a:extLst xmlns:a="http://schemas.openxmlformats.org/drawingml/2006/main">
              <a:ext uri="{FF2B5EF4-FFF2-40B4-BE49-F238E27FC236}">
                <a16:creationId xmlns:a16="http://schemas.microsoft.com/office/drawing/2014/main" id="{11881FAD-E563-4798-A589-7533BE1F8A6F}"/>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36BA217-F891-4A0A-BA6F-216E8B7544B0}"/>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4" name="">
            <a:extLst xmlns:a="http://schemas.openxmlformats.org/drawingml/2006/main">
              <a:ext uri="{FF2B5EF4-FFF2-40B4-BE49-F238E27FC236}">
                <a16:creationId xmlns:a16="http://schemas.microsoft.com/office/drawing/2014/main" id="{77754251-FD7B-4DB4-8EDE-FF5AD0FBA016}"/>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5" name="">
            <a:extLst xmlns:a="http://schemas.openxmlformats.org/drawingml/2006/main">
              <a:ext uri="{FF2B5EF4-FFF2-40B4-BE49-F238E27FC236}">
                <a16:creationId xmlns:a16="http://schemas.microsoft.com/office/drawing/2014/main" id="{6FDF2234-460F-41C7-879D-BC137598655B}"/>
              </a:ext>
            </a:extLst>
          </p:cNvPr>
          <p:cNvSpPr>
            <a:spLocks xmlns:a="http://schemas.openxmlformats.org/drawingml/2006/main" noGrp="1"/>
          </p:cNvSpPr>
          <p:nvPr/>
        </p:nvSpPr>
        <p:spPr>
          <a:xfrm xmlns:a="http://schemas.openxmlformats.org/drawingml/2006/main" flipV="0">
            <a:off x="8115300" y="3609975"/>
            <a:ext cx="0" cy="2381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6" name="">
            <a:extLst xmlns:a="http://schemas.openxmlformats.org/drawingml/2006/main">
              <a:ext uri="{FF2B5EF4-FFF2-40B4-BE49-F238E27FC236}">
                <a16:creationId xmlns:a16="http://schemas.microsoft.com/office/drawing/2014/main" id="{57D78D07-9B6D-4496-900E-140F9DE15FCF}"/>
              </a:ext>
            </a:extLst>
          </p:cNvPr>
          <p:cNvSpPr>
            <a:spLocks xmlns:a="http://schemas.openxmlformats.org/drawingml/2006/main" noGrp="1"/>
          </p:cNvSpPr>
          <p:nvPr/>
        </p:nvSpPr>
        <p:spPr>
          <a:xfrm xmlns:a="http://schemas.openxmlformats.org/drawingml/2006/main" rot="10800000">
            <a:off x="8058150" y="380047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126808C-1A8C-4E23-8B36-33E75E34CC35}"/>
              </a:ext>
            </a:extLst>
          </p:cNvPr>
          <p:cNvSpPr>
            <a:spLocks xmlns:a="http://schemas.openxmlformats.org/drawingml/2006/main" noGrp="1"/>
          </p:cNvSpPr>
          <p:nvPr/>
        </p:nvSpPr>
        <p:spPr>
          <a:xfrm xmlns:a="http://schemas.openxmlformats.org/drawingml/2006/main" flipV="0">
            <a:off x="10096500" y="3609975"/>
            <a:ext cx="0" cy="2381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8" name="">
            <a:extLst xmlns:a="http://schemas.openxmlformats.org/drawingml/2006/main">
              <a:ext uri="{FF2B5EF4-FFF2-40B4-BE49-F238E27FC236}">
                <a16:creationId xmlns:a16="http://schemas.microsoft.com/office/drawing/2014/main" id="{53EDDEDE-4D2E-485F-8C6F-94F10C09758A}"/>
              </a:ext>
            </a:extLst>
          </p:cNvPr>
          <p:cNvSpPr>
            <a:spLocks xmlns:a="http://schemas.openxmlformats.org/drawingml/2006/main" noGrp="1"/>
          </p:cNvSpPr>
          <p:nvPr/>
        </p:nvSpPr>
        <p:spPr>
          <a:xfrm xmlns:a="http://schemas.openxmlformats.org/drawingml/2006/main" rot="10800000">
            <a:off x="10039350" y="38004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36F9810-5AB3-4839-82D4-1D118BF0C4B2}"/>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Output: predictive entropy and an epistemic proxy. These describe token distributions, not answer correctness directly. Audit record: 8.66M trainable Epinet parameters.</a:t>
            </a:r>
          </a:p>
        </p:txBody>
      </p:sp>
    </p:spTree>
    <p:extLst>
      <p:ext uri="{BB962C8B-B14F-4D97-AF65-F5344CB8AC3E}">
        <p14:creationId xmlns:p14="http://schemas.microsoft.com/office/powerpoint/2010/main" val="1591540360"/>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F0D7B0B-517C-4E86-BA33-45E529E3E81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BF118D-C36C-42FE-8451-4F9C3B4AF87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861D5086-00A1-4EF3-AA3F-C462F4C8D82D}"/>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11390C80-60FD-4DD6-9594-289E92F45693}"/>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7886B7A-E5E4-4606-9696-B9FAA66EADE3}"/>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B0512606-84C5-412E-8CA0-CB751938F8D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A502CC2E-C7D1-446B-ABE8-C737099E74F2}"/>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C10E8FE4-DFC8-437B-91CC-E86D377558B5}"/>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7F73BB12-3B16-4F2A-8D27-76BC18DB5B8D}"/>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2D1A161B-98CB-44FB-926C-1EA2C947CAC9}"/>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6CB40C81-8EA4-4522-8D46-39EABCC7B5C9}"/>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9FFA3B36-AB17-44CB-9A53-B87AE6D4E588}"/>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A1BD0FC1-D515-438D-8270-CD7FBBD01CF2}"/>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C45FDA91-7F0A-428B-A815-26917F1A610A}"/>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9F392206-7A3C-42C1-B09C-55549588546B}"/>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62B65E65-0C69-43B9-9522-E2377CDF0BF1}"/>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BE1AB9-B7EC-435A-A271-96389EDEC057}"/>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1A88C1E1-4882-48B3-9238-609186AF1F12}"/>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21037131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61E7458-408C-486F-BC23-672B617D826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14CEC8-654C-4B29-BBAD-1F3802FB5F7B}"/>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A510C426-CB77-4FF5-80AB-FA32F3C893BC}"/>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1BC5A3C9-5060-488F-B5C9-613A40CC6798}"/>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949D65B-E63D-462B-8180-94FFBCDC8A6D}"/>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747450A-33CE-40EE-91E5-1809D35EA17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377BFB94-C1B1-4CCE-90E2-34E25DFB6F27}"/>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E4CDE71F-AD41-4A88-8B77-098C4935CA45}"/>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A6657C17-A229-4225-AE18-21CA2E888DB7}"/>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DB9CB090-0FE1-4BEC-A18C-DD35B3E89C55}"/>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40C8326D-46CC-4DD8-B0F0-4F57DDD57408}"/>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2D3B990E-CB8B-4B38-9C63-477791BF8A38}"/>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239EFF3F-5462-4A9A-B7FD-B9385D7F1D70}"/>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FA8DB836-CBC1-4C6B-B2AE-BA3C7FF84812}"/>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0D714C0F-4F42-423B-B07F-0E659D043DA1}"/>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50FA876-D2DF-41B4-912D-1C91824366B4}"/>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1260640306"/>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1A80BD7-1EC2-4BEB-AF18-BDE4D5489F3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DCD317-D1EF-446A-BC3D-F8816BFDC10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443E08A9-4D82-47E5-99F8-04396339109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81085805-3E35-4881-A7A1-A8D269F85E7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71B1889-620D-4876-BAFE-DAC2940CD98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8BD16DAA-5632-430C-B5A9-DC52195A898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D1253E86-1B04-43C8-A9B2-7884547A5AD7}"/>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14976810-FA7B-447A-A7F1-B3EC1353C420}"/>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0CEEFEB3-1E97-448A-9D57-60EFCF26F0F2}"/>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92A847AF-C343-48A4-B7B5-8512ED4C4B32}"/>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4FD203CD-5075-4C4B-A39A-A51374B28AD0}"/>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66E28B24-A0D0-4BA3-BF3D-032E4FD46530}"/>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8429F4-4FC5-43DD-A049-2573962A30D1}"/>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048B4675-3177-4EF8-B800-49E687B90BB3}"/>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0A05805E-4FEC-46CA-9C4A-B7F43EEEDC85}"/>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605DB7-5642-43A7-AD21-E183405D3992}"/>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09F9CDCB-B738-4190-93C2-A6DE78929394}"/>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C0418E6C-3F63-4048-A45A-4DF03A979C14}"/>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E480374-CC56-4289-A4AB-248A37E53234}"/>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1D5463FA-7F9F-4A82-9C0F-CB40C90ED182}"/>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48217D99-39A2-4E3A-96C0-FCBB5651C793}"/>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9183D34-F80C-4C33-BE8B-D3C15F817825}"/>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597BD80A-E5CB-4922-BC7D-D8B75B2511E7}"/>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90B60FFA-8E76-43AB-9439-D2B2FD21B1F1}"/>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AB53AC47-B725-4CA5-87CF-2EDE5D14FCF6}"/>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E14B7F67-0A40-41F9-B9FC-DA005B1F6CCA}"/>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9E3ED40B-0555-42DE-930A-8F68DBDA3894}"/>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1594119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2026-10-02T12:17:51.4860000Z</dcterms:created>
  <dcterms:modified xsi:type="dcterms:W3CDTF">2026-10-02T12:17:51.4860000Z</dcterms:modified>
</coreProperties>
</file>